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0" r:id="rId2"/>
    <p:sldId id="261" r:id="rId3"/>
    <p:sldId id="262" r:id="rId4"/>
    <p:sldId id="263" r:id="rId5"/>
    <p:sldId id="264" r:id="rId6"/>
    <p:sldId id="265" r:id="rId7"/>
    <p:sldId id="266" r:id="rId8"/>
    <p:sldId id="269" r:id="rId9"/>
    <p:sldId id="268" r:id="rId10"/>
    <p:sldId id="267" r:id="rId1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8DB201-5FD1-4BAB-8BE6-E0BDBF08B560}" v="385" dt="2026-02-11T17:34:29.2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435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ibaut Rival" userId="1b5ad1fc-94c3-47f2-b9a6-e5428c5e78e7" providerId="ADAL" clId="{454B1573-30C7-4EB8-AC0C-00BC73B43E03}"/>
    <pc:docChg chg="undo custSel addSld delSld modSld">
      <pc:chgData name="Thibaut Rival" userId="1b5ad1fc-94c3-47f2-b9a6-e5428c5e78e7" providerId="ADAL" clId="{454B1573-30C7-4EB8-AC0C-00BC73B43E03}" dt="2026-02-11T17:34:29.281" v="1514" actId="1076"/>
      <pc:docMkLst>
        <pc:docMk/>
      </pc:docMkLst>
      <pc:sldChg chg="setBg">
        <pc:chgData name="Thibaut Rival" userId="1b5ad1fc-94c3-47f2-b9a6-e5428c5e78e7" providerId="ADAL" clId="{454B1573-30C7-4EB8-AC0C-00BC73B43E03}" dt="2026-02-11T15:18:57.439" v="1274"/>
        <pc:sldMkLst>
          <pc:docMk/>
          <pc:sldMk cId="1868912401" sldId="260"/>
        </pc:sldMkLst>
      </pc:sldChg>
      <pc:sldChg chg="addSp modSp mod">
        <pc:chgData name="Thibaut Rival" userId="1b5ad1fc-94c3-47f2-b9a6-e5428c5e78e7" providerId="ADAL" clId="{454B1573-30C7-4EB8-AC0C-00BC73B43E03}" dt="2026-02-11T14:21:52.908" v="1158" actId="1076"/>
        <pc:sldMkLst>
          <pc:docMk/>
          <pc:sldMk cId="4189471029" sldId="261"/>
        </pc:sldMkLst>
        <pc:spChg chg="add mod">
          <ac:chgData name="Thibaut Rival" userId="1b5ad1fc-94c3-47f2-b9a6-e5428c5e78e7" providerId="ADAL" clId="{454B1573-30C7-4EB8-AC0C-00BC73B43E03}" dt="2026-02-11T14:19:57.303" v="1097" actId="20577"/>
          <ac:spMkLst>
            <pc:docMk/>
            <pc:sldMk cId="4189471029" sldId="261"/>
            <ac:spMk id="3" creationId="{B9FC1A39-B8D0-3494-CC21-DE9D623AF014}"/>
          </ac:spMkLst>
        </pc:spChg>
        <pc:picChg chg="add mod">
          <ac:chgData name="Thibaut Rival" userId="1b5ad1fc-94c3-47f2-b9a6-e5428c5e78e7" providerId="ADAL" clId="{454B1573-30C7-4EB8-AC0C-00BC73B43E03}" dt="2026-02-11T14:19:15.960" v="1083" actId="14100"/>
          <ac:picMkLst>
            <pc:docMk/>
            <pc:sldMk cId="4189471029" sldId="261"/>
            <ac:picMk id="2" creationId="{616AF185-2610-D2FA-330E-7265FB25ED3E}"/>
          </ac:picMkLst>
        </pc:picChg>
        <pc:picChg chg="add mod">
          <ac:chgData name="Thibaut Rival" userId="1b5ad1fc-94c3-47f2-b9a6-e5428c5e78e7" providerId="ADAL" clId="{454B1573-30C7-4EB8-AC0C-00BC73B43E03}" dt="2026-02-11T14:20:46.407" v="1143" actId="1037"/>
          <ac:picMkLst>
            <pc:docMk/>
            <pc:sldMk cId="4189471029" sldId="261"/>
            <ac:picMk id="4" creationId="{17A059C3-74E6-94CD-C572-013EF8CDC944}"/>
          </ac:picMkLst>
        </pc:picChg>
        <pc:picChg chg="add mod">
          <ac:chgData name="Thibaut Rival" userId="1b5ad1fc-94c3-47f2-b9a6-e5428c5e78e7" providerId="ADAL" clId="{454B1573-30C7-4EB8-AC0C-00BC73B43E03}" dt="2026-02-11T14:20:50.436" v="1144" actId="1076"/>
          <ac:picMkLst>
            <pc:docMk/>
            <pc:sldMk cId="4189471029" sldId="261"/>
            <ac:picMk id="5" creationId="{1228EDD1-7303-6F41-6E12-644E17E93B25}"/>
          </ac:picMkLst>
        </pc:picChg>
        <pc:picChg chg="add mod">
          <ac:chgData name="Thibaut Rival" userId="1b5ad1fc-94c3-47f2-b9a6-e5428c5e78e7" providerId="ADAL" clId="{454B1573-30C7-4EB8-AC0C-00BC73B43E03}" dt="2026-02-11T14:21:42.933" v="1155" actId="1076"/>
          <ac:picMkLst>
            <pc:docMk/>
            <pc:sldMk cId="4189471029" sldId="261"/>
            <ac:picMk id="6" creationId="{F78D21CB-C4F3-ADAE-FEA1-9229BD8D4FA7}"/>
          </ac:picMkLst>
        </pc:picChg>
        <pc:picChg chg="mod">
          <ac:chgData name="Thibaut Rival" userId="1b5ad1fc-94c3-47f2-b9a6-e5428c5e78e7" providerId="ADAL" clId="{454B1573-30C7-4EB8-AC0C-00BC73B43E03}" dt="2026-02-11T14:21:52.908" v="1158" actId="1076"/>
          <ac:picMkLst>
            <pc:docMk/>
            <pc:sldMk cId="4189471029" sldId="261"/>
            <ac:picMk id="19" creationId="{788B400D-B8DB-39C6-5541-37F9880E41AC}"/>
          </ac:picMkLst>
        </pc:picChg>
        <pc:picChg chg="mod">
          <ac:chgData name="Thibaut Rival" userId="1b5ad1fc-94c3-47f2-b9a6-e5428c5e78e7" providerId="ADAL" clId="{454B1573-30C7-4EB8-AC0C-00BC73B43E03}" dt="2026-02-11T14:20:52.067" v="1145" actId="1076"/>
          <ac:picMkLst>
            <pc:docMk/>
            <pc:sldMk cId="4189471029" sldId="261"/>
            <ac:picMk id="21" creationId="{A76088DE-AE40-3211-C651-08775A4691FE}"/>
          </ac:picMkLst>
        </pc:picChg>
      </pc:sldChg>
      <pc:sldChg chg="addSp delSp modSp mod">
        <pc:chgData name="Thibaut Rival" userId="1b5ad1fc-94c3-47f2-b9a6-e5428c5e78e7" providerId="ADAL" clId="{454B1573-30C7-4EB8-AC0C-00BC73B43E03}" dt="2026-02-11T14:29:11.310" v="1260" actId="20577"/>
        <pc:sldMkLst>
          <pc:docMk/>
          <pc:sldMk cId="780673658" sldId="262"/>
        </pc:sldMkLst>
        <pc:spChg chg="add mod">
          <ac:chgData name="Thibaut Rival" userId="1b5ad1fc-94c3-47f2-b9a6-e5428c5e78e7" providerId="ADAL" clId="{454B1573-30C7-4EB8-AC0C-00BC73B43E03}" dt="2026-02-11T14:29:11.310" v="1260" actId="20577"/>
          <ac:spMkLst>
            <pc:docMk/>
            <pc:sldMk cId="780673658" sldId="262"/>
            <ac:spMk id="2" creationId="{FB1ABA99-F9F5-CDD7-ADA3-5A911AED6AA6}"/>
          </ac:spMkLst>
        </pc:spChg>
        <pc:spChg chg="mod">
          <ac:chgData name="Thibaut Rival" userId="1b5ad1fc-94c3-47f2-b9a6-e5428c5e78e7" providerId="ADAL" clId="{454B1573-30C7-4EB8-AC0C-00BC73B43E03}" dt="2026-02-11T14:24:05.511" v="1187" actId="2711"/>
          <ac:spMkLst>
            <pc:docMk/>
            <pc:sldMk cId="780673658" sldId="262"/>
            <ac:spMk id="10" creationId="{C6A296F3-E4A6-6DB7-7FA7-A04A71829CC3}"/>
          </ac:spMkLst>
        </pc:spChg>
        <pc:spChg chg="mod">
          <ac:chgData name="Thibaut Rival" userId="1b5ad1fc-94c3-47f2-b9a6-e5428c5e78e7" providerId="ADAL" clId="{454B1573-30C7-4EB8-AC0C-00BC73B43E03}" dt="2026-02-11T14:24:05.511" v="1187" actId="2711"/>
          <ac:spMkLst>
            <pc:docMk/>
            <pc:sldMk cId="780673658" sldId="262"/>
            <ac:spMk id="14" creationId="{50C233BF-5344-D9E0-5CD2-A30D1929E6B9}"/>
          </ac:spMkLst>
        </pc:spChg>
        <pc:picChg chg="del">
          <ac:chgData name="Thibaut Rival" userId="1b5ad1fc-94c3-47f2-b9a6-e5428c5e78e7" providerId="ADAL" clId="{454B1573-30C7-4EB8-AC0C-00BC73B43E03}" dt="2026-02-11T13:31:57.033" v="145" actId="478"/>
          <ac:picMkLst>
            <pc:docMk/>
            <pc:sldMk cId="780673658" sldId="262"/>
            <ac:picMk id="3" creationId="{9AB11E98-5BDF-B269-4FA7-873818F36889}"/>
          </ac:picMkLst>
        </pc:picChg>
        <pc:picChg chg="add mod">
          <ac:chgData name="Thibaut Rival" userId="1b5ad1fc-94c3-47f2-b9a6-e5428c5e78e7" providerId="ADAL" clId="{454B1573-30C7-4EB8-AC0C-00BC73B43E03}" dt="2026-02-11T14:24:05.511" v="1187" actId="2711"/>
          <ac:picMkLst>
            <pc:docMk/>
            <pc:sldMk cId="780673658" sldId="262"/>
            <ac:picMk id="4" creationId="{9130B183-9829-4E19-6BCB-1BA463B171B1}"/>
          </ac:picMkLst>
        </pc:picChg>
        <pc:picChg chg="add mod">
          <ac:chgData name="Thibaut Rival" userId="1b5ad1fc-94c3-47f2-b9a6-e5428c5e78e7" providerId="ADAL" clId="{454B1573-30C7-4EB8-AC0C-00BC73B43E03}" dt="2026-02-11T14:24:05.511" v="1187" actId="2711"/>
          <ac:picMkLst>
            <pc:docMk/>
            <pc:sldMk cId="780673658" sldId="262"/>
            <ac:picMk id="5" creationId="{2EE0FA2E-2167-5A0A-4069-95B2BCAF9E9D}"/>
          </ac:picMkLst>
        </pc:picChg>
        <pc:picChg chg="add mod">
          <ac:chgData name="Thibaut Rival" userId="1b5ad1fc-94c3-47f2-b9a6-e5428c5e78e7" providerId="ADAL" clId="{454B1573-30C7-4EB8-AC0C-00BC73B43E03}" dt="2026-02-11T14:24:05.511" v="1187" actId="2711"/>
          <ac:picMkLst>
            <pc:docMk/>
            <pc:sldMk cId="780673658" sldId="262"/>
            <ac:picMk id="6" creationId="{5874592F-B66F-B14C-B201-A85C90C0328C}"/>
          </ac:picMkLst>
        </pc:picChg>
        <pc:picChg chg="add mod">
          <ac:chgData name="Thibaut Rival" userId="1b5ad1fc-94c3-47f2-b9a6-e5428c5e78e7" providerId="ADAL" clId="{454B1573-30C7-4EB8-AC0C-00BC73B43E03}" dt="2026-02-11T14:24:05.511" v="1187" actId="2711"/>
          <ac:picMkLst>
            <pc:docMk/>
            <pc:sldMk cId="780673658" sldId="262"/>
            <ac:picMk id="1026" creationId="{B109BF2C-FFBF-182E-B6B4-D12E109A4EE2}"/>
          </ac:picMkLst>
        </pc:picChg>
        <pc:cxnChg chg="mod">
          <ac:chgData name="Thibaut Rival" userId="1b5ad1fc-94c3-47f2-b9a6-e5428c5e78e7" providerId="ADAL" clId="{454B1573-30C7-4EB8-AC0C-00BC73B43E03}" dt="2026-02-11T14:24:05.511" v="1187" actId="2711"/>
          <ac:cxnSpMkLst>
            <pc:docMk/>
            <pc:sldMk cId="780673658" sldId="262"/>
            <ac:cxnSpMk id="12" creationId="{E67F7CB0-C3E3-C479-F561-73784BD54055}"/>
          </ac:cxnSpMkLst>
        </pc:cxnChg>
      </pc:sldChg>
      <pc:sldChg chg="addSp delSp modSp mod">
        <pc:chgData name="Thibaut Rival" userId="1b5ad1fc-94c3-47f2-b9a6-e5428c5e78e7" providerId="ADAL" clId="{454B1573-30C7-4EB8-AC0C-00BC73B43E03}" dt="2026-02-11T14:23:57.409" v="1186" actId="2711"/>
        <pc:sldMkLst>
          <pc:docMk/>
          <pc:sldMk cId="2162617412" sldId="263"/>
        </pc:sldMkLst>
        <pc:spChg chg="add mod">
          <ac:chgData name="Thibaut Rival" userId="1b5ad1fc-94c3-47f2-b9a6-e5428c5e78e7" providerId="ADAL" clId="{454B1573-30C7-4EB8-AC0C-00BC73B43E03}" dt="2026-02-11T14:23:57.409" v="1186" actId="2711"/>
          <ac:spMkLst>
            <pc:docMk/>
            <pc:sldMk cId="2162617412" sldId="263"/>
            <ac:spMk id="2" creationId="{49C2E012-FBA2-C746-EFA0-C381E15EEFDB}"/>
          </ac:spMkLst>
        </pc:spChg>
        <pc:spChg chg="add mod">
          <ac:chgData name="Thibaut Rival" userId="1b5ad1fc-94c3-47f2-b9a6-e5428c5e78e7" providerId="ADAL" clId="{454B1573-30C7-4EB8-AC0C-00BC73B43E03}" dt="2026-02-11T14:23:57.409" v="1186" actId="2711"/>
          <ac:spMkLst>
            <pc:docMk/>
            <pc:sldMk cId="2162617412" sldId="263"/>
            <ac:spMk id="5" creationId="{AEECCF80-8AF2-82AC-0B25-FE73E21CD043}"/>
          </ac:spMkLst>
        </pc:spChg>
        <pc:spChg chg="add mod">
          <ac:chgData name="Thibaut Rival" userId="1b5ad1fc-94c3-47f2-b9a6-e5428c5e78e7" providerId="ADAL" clId="{454B1573-30C7-4EB8-AC0C-00BC73B43E03}" dt="2026-02-11T14:23:57.409" v="1186" actId="2711"/>
          <ac:spMkLst>
            <pc:docMk/>
            <pc:sldMk cId="2162617412" sldId="263"/>
            <ac:spMk id="6" creationId="{1EC91383-4FBA-83D0-6E70-15DB73442BB6}"/>
          </ac:spMkLst>
        </pc:spChg>
        <pc:spChg chg="add mod">
          <ac:chgData name="Thibaut Rival" userId="1b5ad1fc-94c3-47f2-b9a6-e5428c5e78e7" providerId="ADAL" clId="{454B1573-30C7-4EB8-AC0C-00BC73B43E03}" dt="2026-02-11T14:23:57.409" v="1186" actId="2711"/>
          <ac:spMkLst>
            <pc:docMk/>
            <pc:sldMk cId="2162617412" sldId="263"/>
            <ac:spMk id="9" creationId="{CFE033E0-28F2-6505-2164-B781DB0150D8}"/>
          </ac:spMkLst>
        </pc:spChg>
        <pc:spChg chg="mod">
          <ac:chgData name="Thibaut Rival" userId="1b5ad1fc-94c3-47f2-b9a6-e5428c5e78e7" providerId="ADAL" clId="{454B1573-30C7-4EB8-AC0C-00BC73B43E03}" dt="2026-02-11T14:23:57.409" v="1186" actId="2711"/>
          <ac:spMkLst>
            <pc:docMk/>
            <pc:sldMk cId="2162617412" sldId="263"/>
            <ac:spMk id="10" creationId="{CC64CD16-6EBD-40B0-901D-493871190AA6}"/>
          </ac:spMkLst>
        </pc:spChg>
        <pc:spChg chg="add mod">
          <ac:chgData name="Thibaut Rival" userId="1b5ad1fc-94c3-47f2-b9a6-e5428c5e78e7" providerId="ADAL" clId="{454B1573-30C7-4EB8-AC0C-00BC73B43E03}" dt="2026-02-11T14:23:57.409" v="1186" actId="2711"/>
          <ac:spMkLst>
            <pc:docMk/>
            <pc:sldMk cId="2162617412" sldId="263"/>
            <ac:spMk id="11" creationId="{4D10F31C-EEF7-C873-1417-552B5F52C220}"/>
          </ac:spMkLst>
        </pc:spChg>
        <pc:spChg chg="add mod">
          <ac:chgData name="Thibaut Rival" userId="1b5ad1fc-94c3-47f2-b9a6-e5428c5e78e7" providerId="ADAL" clId="{454B1573-30C7-4EB8-AC0C-00BC73B43E03}" dt="2026-02-11T14:23:57.409" v="1186" actId="2711"/>
          <ac:spMkLst>
            <pc:docMk/>
            <pc:sldMk cId="2162617412" sldId="263"/>
            <ac:spMk id="13" creationId="{4D5F97C1-AA10-EEE4-1351-AEB1F73D9266}"/>
          </ac:spMkLst>
        </pc:spChg>
        <pc:spChg chg="mod">
          <ac:chgData name="Thibaut Rival" userId="1b5ad1fc-94c3-47f2-b9a6-e5428c5e78e7" providerId="ADAL" clId="{454B1573-30C7-4EB8-AC0C-00BC73B43E03}" dt="2026-02-11T14:23:57.409" v="1186" actId="2711"/>
          <ac:spMkLst>
            <pc:docMk/>
            <pc:sldMk cId="2162617412" sldId="263"/>
            <ac:spMk id="14" creationId="{0E4DBAF3-815B-F82C-EB0D-9B8B21BD3D70}"/>
          </ac:spMkLst>
        </pc:spChg>
        <pc:spChg chg="add mod">
          <ac:chgData name="Thibaut Rival" userId="1b5ad1fc-94c3-47f2-b9a6-e5428c5e78e7" providerId="ADAL" clId="{454B1573-30C7-4EB8-AC0C-00BC73B43E03}" dt="2026-02-11T14:23:57.409" v="1186" actId="2711"/>
          <ac:spMkLst>
            <pc:docMk/>
            <pc:sldMk cId="2162617412" sldId="263"/>
            <ac:spMk id="21" creationId="{0C1CDD75-00B5-6D69-A142-7C03EA0D5C91}"/>
          </ac:spMkLst>
        </pc:spChg>
        <pc:spChg chg="add mod">
          <ac:chgData name="Thibaut Rival" userId="1b5ad1fc-94c3-47f2-b9a6-e5428c5e78e7" providerId="ADAL" clId="{454B1573-30C7-4EB8-AC0C-00BC73B43E03}" dt="2026-02-11T14:23:57.409" v="1186" actId="2711"/>
          <ac:spMkLst>
            <pc:docMk/>
            <pc:sldMk cId="2162617412" sldId="263"/>
            <ac:spMk id="24" creationId="{BC9152D1-83EB-C819-C9D8-2688BF668A78}"/>
          </ac:spMkLst>
        </pc:spChg>
        <pc:picChg chg="add mod">
          <ac:chgData name="Thibaut Rival" userId="1b5ad1fc-94c3-47f2-b9a6-e5428c5e78e7" providerId="ADAL" clId="{454B1573-30C7-4EB8-AC0C-00BC73B43E03}" dt="2026-02-11T13:41:40.706" v="454" actId="1076"/>
          <ac:picMkLst>
            <pc:docMk/>
            <pc:sldMk cId="2162617412" sldId="263"/>
            <ac:picMk id="23" creationId="{250A939A-798A-152B-6104-3C32E64CA563}"/>
          </ac:picMkLst>
        </pc:picChg>
        <pc:picChg chg="add mod">
          <ac:chgData name="Thibaut Rival" userId="1b5ad1fc-94c3-47f2-b9a6-e5428c5e78e7" providerId="ADAL" clId="{454B1573-30C7-4EB8-AC0C-00BC73B43E03}" dt="2026-02-11T14:20:59.810" v="1147"/>
          <ac:picMkLst>
            <pc:docMk/>
            <pc:sldMk cId="2162617412" sldId="263"/>
            <ac:picMk id="25" creationId="{BCD9E3F0-B5A3-8A78-0E20-5602F001C651}"/>
          </ac:picMkLst>
        </pc:picChg>
        <pc:picChg chg="add mod">
          <ac:chgData name="Thibaut Rival" userId="1b5ad1fc-94c3-47f2-b9a6-e5428c5e78e7" providerId="ADAL" clId="{454B1573-30C7-4EB8-AC0C-00BC73B43E03}" dt="2026-02-11T14:20:59.810" v="1147"/>
          <ac:picMkLst>
            <pc:docMk/>
            <pc:sldMk cId="2162617412" sldId="263"/>
            <ac:picMk id="26" creationId="{C7548D43-36A8-636A-4112-060184CD0E44}"/>
          </ac:picMkLst>
        </pc:picChg>
        <pc:picChg chg="add mod">
          <ac:chgData name="Thibaut Rival" userId="1b5ad1fc-94c3-47f2-b9a6-e5428c5e78e7" providerId="ADAL" clId="{454B1573-30C7-4EB8-AC0C-00BC73B43E03}" dt="2026-02-11T14:21:58.214" v="1160"/>
          <ac:picMkLst>
            <pc:docMk/>
            <pc:sldMk cId="2162617412" sldId="263"/>
            <ac:picMk id="27" creationId="{19E61BDD-DEFE-AEBF-9F60-008ABE9898CA}"/>
          </ac:picMkLst>
        </pc:picChg>
        <pc:picChg chg="add">
          <ac:chgData name="Thibaut Rival" userId="1b5ad1fc-94c3-47f2-b9a6-e5428c5e78e7" providerId="ADAL" clId="{454B1573-30C7-4EB8-AC0C-00BC73B43E03}" dt="2026-02-11T13:34:23.458" v="330"/>
          <ac:picMkLst>
            <pc:docMk/>
            <pc:sldMk cId="2162617412" sldId="263"/>
            <ac:picMk id="2050" creationId="{838A8B05-AF1F-CAA7-6893-E2CBBDE56A3F}"/>
          </ac:picMkLst>
        </pc:picChg>
        <pc:picChg chg="add del">
          <ac:chgData name="Thibaut Rival" userId="1b5ad1fc-94c3-47f2-b9a6-e5428c5e78e7" providerId="ADAL" clId="{454B1573-30C7-4EB8-AC0C-00BC73B43E03}" dt="2026-02-11T13:40:42.814" v="449" actId="478"/>
          <ac:picMkLst>
            <pc:docMk/>
            <pc:sldMk cId="2162617412" sldId="263"/>
            <ac:picMk id="2052" creationId="{75C7AAB8-59E7-97F9-DE43-7E87285C2E43}"/>
          </ac:picMkLst>
        </pc:picChg>
        <pc:cxnChg chg="add mod">
          <ac:chgData name="Thibaut Rival" userId="1b5ad1fc-94c3-47f2-b9a6-e5428c5e78e7" providerId="ADAL" clId="{454B1573-30C7-4EB8-AC0C-00BC73B43E03}" dt="2026-02-11T13:35:37.319" v="336" actId="208"/>
          <ac:cxnSpMkLst>
            <pc:docMk/>
            <pc:sldMk cId="2162617412" sldId="263"/>
            <ac:cxnSpMk id="4" creationId="{8F4F5B21-A6BF-F5E7-649A-DD74B24B02EF}"/>
          </ac:cxnSpMkLst>
        </pc:cxnChg>
        <pc:cxnChg chg="add mod">
          <ac:chgData name="Thibaut Rival" userId="1b5ad1fc-94c3-47f2-b9a6-e5428c5e78e7" providerId="ADAL" clId="{454B1573-30C7-4EB8-AC0C-00BC73B43E03}" dt="2026-02-11T13:36:51.818" v="361" actId="14100"/>
          <ac:cxnSpMkLst>
            <pc:docMk/>
            <pc:sldMk cId="2162617412" sldId="263"/>
            <ac:cxnSpMk id="7" creationId="{2C865C4F-F6F0-84B2-B832-6D6800784B35}"/>
          </ac:cxnSpMkLst>
        </pc:cxnChg>
        <pc:cxnChg chg="add mod">
          <ac:chgData name="Thibaut Rival" userId="1b5ad1fc-94c3-47f2-b9a6-e5428c5e78e7" providerId="ADAL" clId="{454B1573-30C7-4EB8-AC0C-00BC73B43E03}" dt="2026-02-11T14:22:20.901" v="1166" actId="14100"/>
          <ac:cxnSpMkLst>
            <pc:docMk/>
            <pc:sldMk cId="2162617412" sldId="263"/>
            <ac:cxnSpMk id="15" creationId="{A4B16B07-7CD6-43CE-508A-F591B92E3D0C}"/>
          </ac:cxnSpMkLst>
        </pc:cxnChg>
        <pc:cxnChg chg="add mod">
          <ac:chgData name="Thibaut Rival" userId="1b5ad1fc-94c3-47f2-b9a6-e5428c5e78e7" providerId="ADAL" clId="{454B1573-30C7-4EB8-AC0C-00BC73B43E03}" dt="2026-02-11T14:22:18.245" v="1165" actId="14100"/>
          <ac:cxnSpMkLst>
            <pc:docMk/>
            <pc:sldMk cId="2162617412" sldId="263"/>
            <ac:cxnSpMk id="18" creationId="{EF1CF91B-FCBF-5DD9-6571-D712A655C539}"/>
          </ac:cxnSpMkLst>
        </pc:cxnChg>
      </pc:sldChg>
      <pc:sldChg chg="addSp delSp modSp mod">
        <pc:chgData name="Thibaut Rival" userId="1b5ad1fc-94c3-47f2-b9a6-e5428c5e78e7" providerId="ADAL" clId="{454B1573-30C7-4EB8-AC0C-00BC73B43E03}" dt="2026-02-11T14:23:49.948" v="1185" actId="1076"/>
        <pc:sldMkLst>
          <pc:docMk/>
          <pc:sldMk cId="2117971752" sldId="264"/>
        </pc:sldMkLst>
        <pc:spChg chg="add mod">
          <ac:chgData name="Thibaut Rival" userId="1b5ad1fc-94c3-47f2-b9a6-e5428c5e78e7" providerId="ADAL" clId="{454B1573-30C7-4EB8-AC0C-00BC73B43E03}" dt="2026-02-11T14:23:26.931" v="1179" actId="2711"/>
          <ac:spMkLst>
            <pc:docMk/>
            <pc:sldMk cId="2117971752" sldId="264"/>
            <ac:spMk id="4" creationId="{A8234453-F1C0-87B6-C734-09535C2430D5}"/>
          </ac:spMkLst>
        </pc:spChg>
        <pc:spChg chg="add mod">
          <ac:chgData name="Thibaut Rival" userId="1b5ad1fc-94c3-47f2-b9a6-e5428c5e78e7" providerId="ADAL" clId="{454B1573-30C7-4EB8-AC0C-00BC73B43E03}" dt="2026-02-11T14:23:45.693" v="1184" actId="1076"/>
          <ac:spMkLst>
            <pc:docMk/>
            <pc:sldMk cId="2117971752" sldId="264"/>
            <ac:spMk id="7" creationId="{C8E3DF13-6CD3-90C3-7F42-5D14A3DBFB2B}"/>
          </ac:spMkLst>
        </pc:spChg>
        <pc:spChg chg="mod">
          <ac:chgData name="Thibaut Rival" userId="1b5ad1fc-94c3-47f2-b9a6-e5428c5e78e7" providerId="ADAL" clId="{454B1573-30C7-4EB8-AC0C-00BC73B43E03}" dt="2026-02-11T13:45:36.011" v="521" actId="14100"/>
          <ac:spMkLst>
            <pc:docMk/>
            <pc:sldMk cId="2117971752" sldId="264"/>
            <ac:spMk id="10" creationId="{E63960CA-5131-2EE0-93AF-ED3EF086C7E2}"/>
          </ac:spMkLst>
        </pc:spChg>
        <pc:spChg chg="add mod">
          <ac:chgData name="Thibaut Rival" userId="1b5ad1fc-94c3-47f2-b9a6-e5428c5e78e7" providerId="ADAL" clId="{454B1573-30C7-4EB8-AC0C-00BC73B43E03}" dt="2026-02-11T14:23:49.948" v="1185" actId="1076"/>
          <ac:spMkLst>
            <pc:docMk/>
            <pc:sldMk cId="2117971752" sldId="264"/>
            <ac:spMk id="11" creationId="{2B29E705-0179-11DD-F19A-E2B189E2EC53}"/>
          </ac:spMkLst>
        </pc:spChg>
        <pc:spChg chg="add mod">
          <ac:chgData name="Thibaut Rival" userId="1b5ad1fc-94c3-47f2-b9a6-e5428c5e78e7" providerId="ADAL" clId="{454B1573-30C7-4EB8-AC0C-00BC73B43E03}" dt="2026-02-11T14:23:00.667" v="1176" actId="571"/>
          <ac:spMkLst>
            <pc:docMk/>
            <pc:sldMk cId="2117971752" sldId="264"/>
            <ac:spMk id="18" creationId="{CA8DA30E-2EAD-9D80-0967-B6CF21C68949}"/>
          </ac:spMkLst>
        </pc:spChg>
        <pc:spChg chg="add mod">
          <ac:chgData name="Thibaut Rival" userId="1b5ad1fc-94c3-47f2-b9a6-e5428c5e78e7" providerId="ADAL" clId="{454B1573-30C7-4EB8-AC0C-00BC73B43E03}" dt="2026-02-11T14:23:00.667" v="1176" actId="571"/>
          <ac:spMkLst>
            <pc:docMk/>
            <pc:sldMk cId="2117971752" sldId="264"/>
            <ac:spMk id="19" creationId="{681C6F53-E715-75B8-804D-724F9F0E77EB}"/>
          </ac:spMkLst>
        </pc:spChg>
        <pc:spChg chg="add mod">
          <ac:chgData name="Thibaut Rival" userId="1b5ad1fc-94c3-47f2-b9a6-e5428c5e78e7" providerId="ADAL" clId="{454B1573-30C7-4EB8-AC0C-00BC73B43E03}" dt="2026-02-11T14:23:00.667" v="1176" actId="571"/>
          <ac:spMkLst>
            <pc:docMk/>
            <pc:sldMk cId="2117971752" sldId="264"/>
            <ac:spMk id="21" creationId="{4D3CA2FA-D3B2-804A-A537-C664D42DFACB}"/>
          </ac:spMkLst>
        </pc:spChg>
        <pc:picChg chg="add del mod">
          <ac:chgData name="Thibaut Rival" userId="1b5ad1fc-94c3-47f2-b9a6-e5428c5e78e7" providerId="ADAL" clId="{454B1573-30C7-4EB8-AC0C-00BC73B43E03}" dt="2026-02-11T14:07:30.758" v="881" actId="478"/>
          <ac:picMkLst>
            <pc:docMk/>
            <pc:sldMk cId="2117971752" sldId="264"/>
            <ac:picMk id="3" creationId="{99B403E1-BB21-948F-2ECC-9A3C1F5865C1}"/>
          </ac:picMkLst>
        </pc:picChg>
        <pc:picChg chg="add mod">
          <ac:chgData name="Thibaut Rival" userId="1b5ad1fc-94c3-47f2-b9a6-e5428c5e78e7" providerId="ADAL" clId="{454B1573-30C7-4EB8-AC0C-00BC73B43E03}" dt="2026-02-11T14:23:11.076" v="1178" actId="1076"/>
          <ac:picMkLst>
            <pc:docMk/>
            <pc:sldMk cId="2117971752" sldId="264"/>
            <ac:picMk id="6" creationId="{C2D4B9EC-2C0D-6A2E-BE33-B80DE71204BC}"/>
          </ac:picMkLst>
        </pc:picChg>
        <pc:picChg chg="add mod">
          <ac:chgData name="Thibaut Rival" userId="1b5ad1fc-94c3-47f2-b9a6-e5428c5e78e7" providerId="ADAL" clId="{454B1573-30C7-4EB8-AC0C-00BC73B43E03}" dt="2026-02-11T14:23:08.397" v="1177" actId="1076"/>
          <ac:picMkLst>
            <pc:docMk/>
            <pc:sldMk cId="2117971752" sldId="264"/>
            <ac:picMk id="9" creationId="{35502F44-C123-7C06-AECD-551DDADF8AE3}"/>
          </ac:picMkLst>
        </pc:picChg>
        <pc:picChg chg="add mod modCrop">
          <ac:chgData name="Thibaut Rival" userId="1b5ad1fc-94c3-47f2-b9a6-e5428c5e78e7" providerId="ADAL" clId="{454B1573-30C7-4EB8-AC0C-00BC73B43E03}" dt="2026-02-11T14:23:08.397" v="1177" actId="1076"/>
          <ac:picMkLst>
            <pc:docMk/>
            <pc:sldMk cId="2117971752" sldId="264"/>
            <ac:picMk id="13" creationId="{5780F2E3-7688-BD83-BC9C-A72FB3F5ACAB}"/>
          </ac:picMkLst>
        </pc:picChg>
        <pc:picChg chg="add mod">
          <ac:chgData name="Thibaut Rival" userId="1b5ad1fc-94c3-47f2-b9a6-e5428c5e78e7" providerId="ADAL" clId="{454B1573-30C7-4EB8-AC0C-00BC73B43E03}" dt="2026-02-11T14:21:01.363" v="1148"/>
          <ac:picMkLst>
            <pc:docMk/>
            <pc:sldMk cId="2117971752" sldId="264"/>
            <ac:picMk id="15" creationId="{26642769-2B32-3C29-7519-74B8131C0966}"/>
          </ac:picMkLst>
        </pc:picChg>
        <pc:picChg chg="add mod">
          <ac:chgData name="Thibaut Rival" userId="1b5ad1fc-94c3-47f2-b9a6-e5428c5e78e7" providerId="ADAL" clId="{454B1573-30C7-4EB8-AC0C-00BC73B43E03}" dt="2026-02-11T14:21:01.363" v="1148"/>
          <ac:picMkLst>
            <pc:docMk/>
            <pc:sldMk cId="2117971752" sldId="264"/>
            <ac:picMk id="16" creationId="{9C816C90-8224-7D86-F38F-E5C8F6261264}"/>
          </ac:picMkLst>
        </pc:picChg>
        <pc:picChg chg="add mod">
          <ac:chgData name="Thibaut Rival" userId="1b5ad1fc-94c3-47f2-b9a6-e5428c5e78e7" providerId="ADAL" clId="{454B1573-30C7-4EB8-AC0C-00BC73B43E03}" dt="2026-02-11T14:22:23.503" v="1167"/>
          <ac:picMkLst>
            <pc:docMk/>
            <pc:sldMk cId="2117971752" sldId="264"/>
            <ac:picMk id="17" creationId="{3B058C47-21D4-03DA-C529-9AE2CF3DB1F0}"/>
          </ac:picMkLst>
        </pc:picChg>
        <pc:picChg chg="add mod">
          <ac:chgData name="Thibaut Rival" userId="1b5ad1fc-94c3-47f2-b9a6-e5428c5e78e7" providerId="ADAL" clId="{454B1573-30C7-4EB8-AC0C-00BC73B43E03}" dt="2026-02-11T14:23:00.667" v="1176" actId="571"/>
          <ac:picMkLst>
            <pc:docMk/>
            <pc:sldMk cId="2117971752" sldId="264"/>
            <ac:picMk id="20" creationId="{B85DBA7D-F902-EB52-1A1A-D5F21EA1595B}"/>
          </ac:picMkLst>
        </pc:picChg>
        <pc:picChg chg="add mod">
          <ac:chgData name="Thibaut Rival" userId="1b5ad1fc-94c3-47f2-b9a6-e5428c5e78e7" providerId="ADAL" clId="{454B1573-30C7-4EB8-AC0C-00BC73B43E03}" dt="2026-02-11T14:23:00.667" v="1176" actId="571"/>
          <ac:picMkLst>
            <pc:docMk/>
            <pc:sldMk cId="2117971752" sldId="264"/>
            <ac:picMk id="22" creationId="{916FA2A6-C16D-D247-0731-276089362E8A}"/>
          </ac:picMkLst>
        </pc:picChg>
      </pc:sldChg>
      <pc:sldChg chg="addSp delSp modSp mod">
        <pc:chgData name="Thibaut Rival" userId="1b5ad1fc-94c3-47f2-b9a6-e5428c5e78e7" providerId="ADAL" clId="{454B1573-30C7-4EB8-AC0C-00BC73B43E03}" dt="2026-02-11T14:24:27.514" v="1189"/>
        <pc:sldMkLst>
          <pc:docMk/>
          <pc:sldMk cId="2810162803" sldId="265"/>
        </pc:sldMkLst>
        <pc:spChg chg="add mod">
          <ac:chgData name="Thibaut Rival" userId="1b5ad1fc-94c3-47f2-b9a6-e5428c5e78e7" providerId="ADAL" clId="{454B1573-30C7-4EB8-AC0C-00BC73B43E03}" dt="2026-02-11T14:24:16.685" v="1188" actId="2711"/>
          <ac:spMkLst>
            <pc:docMk/>
            <pc:sldMk cId="2810162803" sldId="265"/>
            <ac:spMk id="8" creationId="{ED43D9D4-BD4E-2484-623E-2A7552386825}"/>
          </ac:spMkLst>
        </pc:spChg>
        <pc:spChg chg="mod">
          <ac:chgData name="Thibaut Rival" userId="1b5ad1fc-94c3-47f2-b9a6-e5428c5e78e7" providerId="ADAL" clId="{454B1573-30C7-4EB8-AC0C-00BC73B43E03}" dt="2026-02-11T14:24:16.685" v="1188" actId="2711"/>
          <ac:spMkLst>
            <pc:docMk/>
            <pc:sldMk cId="2810162803" sldId="265"/>
            <ac:spMk id="10" creationId="{0B471F9F-A13C-19D1-AF49-4D8180622E51}"/>
          </ac:spMkLst>
        </pc:spChg>
        <pc:spChg chg="mod">
          <ac:chgData name="Thibaut Rival" userId="1b5ad1fc-94c3-47f2-b9a6-e5428c5e78e7" providerId="ADAL" clId="{454B1573-30C7-4EB8-AC0C-00BC73B43E03}" dt="2026-02-11T14:24:16.685" v="1188" actId="2711"/>
          <ac:spMkLst>
            <pc:docMk/>
            <pc:sldMk cId="2810162803" sldId="265"/>
            <ac:spMk id="14" creationId="{CD157EA4-4428-B22F-7FD2-BBE4ACF11BEA}"/>
          </ac:spMkLst>
        </pc:spChg>
        <pc:picChg chg="add del mod">
          <ac:chgData name="Thibaut Rival" userId="1b5ad1fc-94c3-47f2-b9a6-e5428c5e78e7" providerId="ADAL" clId="{454B1573-30C7-4EB8-AC0C-00BC73B43E03}" dt="2026-02-11T14:12:54.188" v="907" actId="478"/>
          <ac:picMkLst>
            <pc:docMk/>
            <pc:sldMk cId="2810162803" sldId="265"/>
            <ac:picMk id="3" creationId="{25493997-E468-1172-8532-77C4B6A5453D}"/>
          </ac:picMkLst>
        </pc:picChg>
        <pc:picChg chg="add mod">
          <ac:chgData name="Thibaut Rival" userId="1b5ad1fc-94c3-47f2-b9a6-e5428c5e78e7" providerId="ADAL" clId="{454B1573-30C7-4EB8-AC0C-00BC73B43E03}" dt="2026-02-11T14:24:16.685" v="1188" actId="2711"/>
          <ac:picMkLst>
            <pc:docMk/>
            <pc:sldMk cId="2810162803" sldId="265"/>
            <ac:picMk id="5" creationId="{12F0AE68-733C-593C-B754-A1922352F626}"/>
          </ac:picMkLst>
        </pc:picChg>
        <pc:picChg chg="add mod">
          <ac:chgData name="Thibaut Rival" userId="1b5ad1fc-94c3-47f2-b9a6-e5428c5e78e7" providerId="ADAL" clId="{454B1573-30C7-4EB8-AC0C-00BC73B43E03}" dt="2026-02-11T14:24:16.685" v="1188" actId="2711"/>
          <ac:picMkLst>
            <pc:docMk/>
            <pc:sldMk cId="2810162803" sldId="265"/>
            <ac:picMk id="7" creationId="{C22BB2CC-53E5-D942-6986-B5B17CC458DA}"/>
          </ac:picMkLst>
        </pc:picChg>
        <pc:picChg chg="add mod">
          <ac:chgData name="Thibaut Rival" userId="1b5ad1fc-94c3-47f2-b9a6-e5428c5e78e7" providerId="ADAL" clId="{454B1573-30C7-4EB8-AC0C-00BC73B43E03}" dt="2026-02-11T14:24:16.685" v="1188" actId="2711"/>
          <ac:picMkLst>
            <pc:docMk/>
            <pc:sldMk cId="2810162803" sldId="265"/>
            <ac:picMk id="9" creationId="{4A155B31-AD72-97A5-ABBA-7946CE671CD0}"/>
          </ac:picMkLst>
        </pc:picChg>
        <pc:picChg chg="add mod">
          <ac:chgData name="Thibaut Rival" userId="1b5ad1fc-94c3-47f2-b9a6-e5428c5e78e7" providerId="ADAL" clId="{454B1573-30C7-4EB8-AC0C-00BC73B43E03}" dt="2026-02-11T14:24:16.685" v="1188" actId="2711"/>
          <ac:picMkLst>
            <pc:docMk/>
            <pc:sldMk cId="2810162803" sldId="265"/>
            <ac:picMk id="11" creationId="{6651A6BC-5BC7-8AA8-0964-131C17038A47}"/>
          </ac:picMkLst>
        </pc:picChg>
        <pc:picChg chg="add mod">
          <ac:chgData name="Thibaut Rival" userId="1b5ad1fc-94c3-47f2-b9a6-e5428c5e78e7" providerId="ADAL" clId="{454B1573-30C7-4EB8-AC0C-00BC73B43E03}" dt="2026-02-11T14:24:27.514" v="1189"/>
          <ac:picMkLst>
            <pc:docMk/>
            <pc:sldMk cId="2810162803" sldId="265"/>
            <ac:picMk id="13" creationId="{3D0C1546-73F9-4A4D-4235-A8B25D1D83BF}"/>
          </ac:picMkLst>
        </pc:picChg>
        <pc:cxnChg chg="mod">
          <ac:chgData name="Thibaut Rival" userId="1b5ad1fc-94c3-47f2-b9a6-e5428c5e78e7" providerId="ADAL" clId="{454B1573-30C7-4EB8-AC0C-00BC73B43E03}" dt="2026-02-11T14:24:16.685" v="1188" actId="2711"/>
          <ac:cxnSpMkLst>
            <pc:docMk/>
            <pc:sldMk cId="2810162803" sldId="265"/>
            <ac:cxnSpMk id="12" creationId="{45DDEEF4-E201-CD1E-C87E-75657EE45E98}"/>
          </ac:cxnSpMkLst>
        </pc:cxnChg>
      </pc:sldChg>
      <pc:sldChg chg="addSp delSp modSp add mod">
        <pc:chgData name="Thibaut Rival" userId="1b5ad1fc-94c3-47f2-b9a6-e5428c5e78e7" providerId="ADAL" clId="{454B1573-30C7-4EB8-AC0C-00BC73B43E03}" dt="2026-02-11T17:34:29.281" v="1514" actId="1076"/>
        <pc:sldMkLst>
          <pc:docMk/>
          <pc:sldMk cId="3676768535" sldId="266"/>
        </pc:sldMkLst>
        <pc:spChg chg="del">
          <ac:chgData name="Thibaut Rival" userId="1b5ad1fc-94c3-47f2-b9a6-e5428c5e78e7" providerId="ADAL" clId="{454B1573-30C7-4EB8-AC0C-00BC73B43E03}" dt="2026-02-11T14:16:43.742" v="1006" actId="478"/>
          <ac:spMkLst>
            <pc:docMk/>
            <pc:sldMk cId="3676768535" sldId="266"/>
            <ac:spMk id="8" creationId="{7B035A6B-9A8C-D193-3D14-986EBEA89AAC}"/>
          </ac:spMkLst>
        </pc:spChg>
        <pc:spChg chg="mod">
          <ac:chgData name="Thibaut Rival" userId="1b5ad1fc-94c3-47f2-b9a6-e5428c5e78e7" providerId="ADAL" clId="{454B1573-30C7-4EB8-AC0C-00BC73B43E03}" dt="2026-02-11T17:21:52.742" v="1312" actId="20577"/>
          <ac:spMkLst>
            <pc:docMk/>
            <pc:sldMk cId="3676768535" sldId="266"/>
            <ac:spMk id="10" creationId="{7CE23E7A-0C6E-9578-92BE-70BF2C0B03C5}"/>
          </ac:spMkLst>
        </pc:spChg>
        <pc:spChg chg="add mod">
          <ac:chgData name="Thibaut Rival" userId="1b5ad1fc-94c3-47f2-b9a6-e5428c5e78e7" providerId="ADAL" clId="{454B1573-30C7-4EB8-AC0C-00BC73B43E03}" dt="2026-02-11T17:32:43.086" v="1489" actId="1038"/>
          <ac:spMkLst>
            <pc:docMk/>
            <pc:sldMk cId="3676768535" sldId="266"/>
            <ac:spMk id="15" creationId="{40194AD5-EBEE-C695-AFAD-7ABE4EFBD0BD}"/>
          </ac:spMkLst>
        </pc:spChg>
        <pc:spChg chg="add mod">
          <ac:chgData name="Thibaut Rival" userId="1b5ad1fc-94c3-47f2-b9a6-e5428c5e78e7" providerId="ADAL" clId="{454B1573-30C7-4EB8-AC0C-00BC73B43E03}" dt="2026-02-11T17:31:28.816" v="1430" actId="1038"/>
          <ac:spMkLst>
            <pc:docMk/>
            <pc:sldMk cId="3676768535" sldId="266"/>
            <ac:spMk id="16" creationId="{388975D6-2923-4F34-1AED-8F8B0EDEA1A3}"/>
          </ac:spMkLst>
        </pc:spChg>
        <pc:picChg chg="add mod">
          <ac:chgData name="Thibaut Rival" userId="1b5ad1fc-94c3-47f2-b9a6-e5428c5e78e7" providerId="ADAL" clId="{454B1573-30C7-4EB8-AC0C-00BC73B43E03}" dt="2026-02-11T14:21:05.777" v="1150"/>
          <ac:picMkLst>
            <pc:docMk/>
            <pc:sldMk cId="3676768535" sldId="266"/>
            <ac:picMk id="2" creationId="{C660029B-11A4-4074-6DB4-D5B27B64E37C}"/>
          </ac:picMkLst>
        </pc:picChg>
        <pc:picChg chg="add mod">
          <ac:chgData name="Thibaut Rival" userId="1b5ad1fc-94c3-47f2-b9a6-e5428c5e78e7" providerId="ADAL" clId="{454B1573-30C7-4EB8-AC0C-00BC73B43E03}" dt="2026-02-11T14:21:05.777" v="1150"/>
          <ac:picMkLst>
            <pc:docMk/>
            <pc:sldMk cId="3676768535" sldId="266"/>
            <ac:picMk id="3" creationId="{25BEF1CB-1A7C-94A3-024E-B009B4C039E0}"/>
          </ac:picMkLst>
        </pc:picChg>
        <pc:picChg chg="add mod">
          <ac:chgData name="Thibaut Rival" userId="1b5ad1fc-94c3-47f2-b9a6-e5428c5e78e7" providerId="ADAL" clId="{454B1573-30C7-4EB8-AC0C-00BC73B43E03}" dt="2026-02-11T14:24:28.729" v="1190"/>
          <ac:picMkLst>
            <pc:docMk/>
            <pc:sldMk cId="3676768535" sldId="266"/>
            <ac:picMk id="4" creationId="{7A19F200-FD4E-4B1D-4972-A49247E88E18}"/>
          </ac:picMkLst>
        </pc:picChg>
        <pc:picChg chg="del">
          <ac:chgData name="Thibaut Rival" userId="1b5ad1fc-94c3-47f2-b9a6-e5428c5e78e7" providerId="ADAL" clId="{454B1573-30C7-4EB8-AC0C-00BC73B43E03}" dt="2026-02-11T14:16:42.802" v="1005" actId="478"/>
          <ac:picMkLst>
            <pc:docMk/>
            <pc:sldMk cId="3676768535" sldId="266"/>
            <ac:picMk id="5" creationId="{FB5548EE-CCB7-64CB-269B-5E24D6710D41}"/>
          </ac:picMkLst>
        </pc:picChg>
        <pc:picChg chg="add mod">
          <ac:chgData name="Thibaut Rival" userId="1b5ad1fc-94c3-47f2-b9a6-e5428c5e78e7" providerId="ADAL" clId="{454B1573-30C7-4EB8-AC0C-00BC73B43E03}" dt="2026-02-11T17:31:34.612" v="1439" actId="1037"/>
          <ac:picMkLst>
            <pc:docMk/>
            <pc:sldMk cId="3676768535" sldId="266"/>
            <ac:picMk id="6" creationId="{C0787829-50C6-93A9-9471-015BD559AC30}"/>
          </ac:picMkLst>
        </pc:picChg>
        <pc:picChg chg="del">
          <ac:chgData name="Thibaut Rival" userId="1b5ad1fc-94c3-47f2-b9a6-e5428c5e78e7" providerId="ADAL" clId="{454B1573-30C7-4EB8-AC0C-00BC73B43E03}" dt="2026-02-11T14:16:41.809" v="1004" actId="478"/>
          <ac:picMkLst>
            <pc:docMk/>
            <pc:sldMk cId="3676768535" sldId="266"/>
            <ac:picMk id="7" creationId="{FE7093BD-04BC-65E9-C66B-40DC547C23B9}"/>
          </ac:picMkLst>
        </pc:picChg>
        <pc:picChg chg="add mod">
          <ac:chgData name="Thibaut Rival" userId="1b5ad1fc-94c3-47f2-b9a6-e5428c5e78e7" providerId="ADAL" clId="{454B1573-30C7-4EB8-AC0C-00BC73B43E03}" dt="2026-02-11T17:31:28.816" v="1430" actId="1038"/>
          <ac:picMkLst>
            <pc:docMk/>
            <pc:sldMk cId="3676768535" sldId="266"/>
            <ac:picMk id="4098" creationId="{0306A1F7-EC05-4904-9712-39AF0AF754F6}"/>
          </ac:picMkLst>
        </pc:picChg>
        <pc:picChg chg="add del mod">
          <ac:chgData name="Thibaut Rival" userId="1b5ad1fc-94c3-47f2-b9a6-e5428c5e78e7" providerId="ADAL" clId="{454B1573-30C7-4EB8-AC0C-00BC73B43E03}" dt="2026-02-11T17:34:10.174" v="1490" actId="478"/>
          <ac:picMkLst>
            <pc:docMk/>
            <pc:sldMk cId="3676768535" sldId="266"/>
            <ac:picMk id="4100" creationId="{ACA02E95-1E1F-EE96-0D15-23D02E58B6F1}"/>
          </ac:picMkLst>
        </pc:picChg>
        <pc:picChg chg="add mod">
          <ac:chgData name="Thibaut Rival" userId="1b5ad1fc-94c3-47f2-b9a6-e5428c5e78e7" providerId="ADAL" clId="{454B1573-30C7-4EB8-AC0C-00BC73B43E03}" dt="2026-02-11T17:31:28.816" v="1430" actId="1038"/>
          <ac:picMkLst>
            <pc:docMk/>
            <pc:sldMk cId="3676768535" sldId="266"/>
            <ac:picMk id="4102" creationId="{7E36086A-0139-5EDF-617F-2BAEBB298543}"/>
          </ac:picMkLst>
        </pc:picChg>
        <pc:picChg chg="add mod">
          <ac:chgData name="Thibaut Rival" userId="1b5ad1fc-94c3-47f2-b9a6-e5428c5e78e7" providerId="ADAL" clId="{454B1573-30C7-4EB8-AC0C-00BC73B43E03}" dt="2026-02-11T17:31:28.816" v="1430" actId="1038"/>
          <ac:picMkLst>
            <pc:docMk/>
            <pc:sldMk cId="3676768535" sldId="266"/>
            <ac:picMk id="4104" creationId="{BAE32AD2-82BA-D247-B82D-660BB9680C8F}"/>
          </ac:picMkLst>
        </pc:picChg>
        <pc:picChg chg="add mod">
          <ac:chgData name="Thibaut Rival" userId="1b5ad1fc-94c3-47f2-b9a6-e5428c5e78e7" providerId="ADAL" clId="{454B1573-30C7-4EB8-AC0C-00BC73B43E03}" dt="2026-02-11T17:34:29.281" v="1514" actId="1076"/>
          <ac:picMkLst>
            <pc:docMk/>
            <pc:sldMk cId="3676768535" sldId="266"/>
            <ac:picMk id="4106" creationId="{6BCF0253-AE7A-66B2-E040-447C16E84735}"/>
          </ac:picMkLst>
        </pc:picChg>
        <pc:cxnChg chg="add mod">
          <ac:chgData name="Thibaut Rival" userId="1b5ad1fc-94c3-47f2-b9a6-e5428c5e78e7" providerId="ADAL" clId="{454B1573-30C7-4EB8-AC0C-00BC73B43E03}" dt="2026-02-11T17:31:28.816" v="1430" actId="1038"/>
          <ac:cxnSpMkLst>
            <pc:docMk/>
            <pc:sldMk cId="3676768535" sldId="266"/>
            <ac:cxnSpMk id="11" creationId="{81490118-DC6A-B24A-9695-E28BCE818A14}"/>
          </ac:cxnSpMkLst>
        </pc:cxnChg>
        <pc:cxnChg chg="add mod">
          <ac:chgData name="Thibaut Rival" userId="1b5ad1fc-94c3-47f2-b9a6-e5428c5e78e7" providerId="ADAL" clId="{454B1573-30C7-4EB8-AC0C-00BC73B43E03}" dt="2026-02-11T17:32:37.234" v="1483" actId="1038"/>
          <ac:cxnSpMkLst>
            <pc:docMk/>
            <pc:sldMk cId="3676768535" sldId="266"/>
            <ac:cxnSpMk id="13" creationId="{7A86F1B9-1473-8130-FD43-7B5AFB55FD01}"/>
          </ac:cxnSpMkLst>
        </pc:cxnChg>
      </pc:sldChg>
      <pc:sldChg chg="new del">
        <pc:chgData name="Thibaut Rival" userId="1b5ad1fc-94c3-47f2-b9a6-e5428c5e78e7" providerId="ADAL" clId="{454B1573-30C7-4EB8-AC0C-00BC73B43E03}" dt="2026-02-11T14:18:15.174" v="1069" actId="47"/>
        <pc:sldMkLst>
          <pc:docMk/>
          <pc:sldMk cId="517520035" sldId="267"/>
        </pc:sldMkLst>
      </pc:sldChg>
      <pc:sldChg chg="addSp modSp add mod">
        <pc:chgData name="Thibaut Rival" userId="1b5ad1fc-94c3-47f2-b9a6-e5428c5e78e7" providerId="ADAL" clId="{454B1573-30C7-4EB8-AC0C-00BC73B43E03}" dt="2026-02-11T14:24:29.604" v="1191"/>
        <pc:sldMkLst>
          <pc:docMk/>
          <pc:sldMk cId="3979428876" sldId="267"/>
        </pc:sldMkLst>
        <pc:spChg chg="mod">
          <ac:chgData name="Thibaut Rival" userId="1b5ad1fc-94c3-47f2-b9a6-e5428c5e78e7" providerId="ADAL" clId="{454B1573-30C7-4EB8-AC0C-00BC73B43E03}" dt="2026-02-11T14:18:20.463" v="1076" actId="20577"/>
          <ac:spMkLst>
            <pc:docMk/>
            <pc:sldMk cId="3979428876" sldId="267"/>
            <ac:spMk id="10" creationId="{3AB112B4-3E12-AC88-0E88-913AF8175182}"/>
          </ac:spMkLst>
        </pc:spChg>
        <pc:picChg chg="add mod">
          <ac:chgData name="Thibaut Rival" userId="1b5ad1fc-94c3-47f2-b9a6-e5428c5e78e7" providerId="ADAL" clId="{454B1573-30C7-4EB8-AC0C-00BC73B43E03}" dt="2026-02-11T14:21:07.249" v="1151"/>
          <ac:picMkLst>
            <pc:docMk/>
            <pc:sldMk cId="3979428876" sldId="267"/>
            <ac:picMk id="2" creationId="{D8602EE0-B274-BF60-AA1B-48DC785A7B34}"/>
          </ac:picMkLst>
        </pc:picChg>
        <pc:picChg chg="add mod">
          <ac:chgData name="Thibaut Rival" userId="1b5ad1fc-94c3-47f2-b9a6-e5428c5e78e7" providerId="ADAL" clId="{454B1573-30C7-4EB8-AC0C-00BC73B43E03}" dt="2026-02-11T14:21:07.249" v="1151"/>
          <ac:picMkLst>
            <pc:docMk/>
            <pc:sldMk cId="3979428876" sldId="267"/>
            <ac:picMk id="3" creationId="{459944A5-5285-6FE9-01B0-B76A12F63145}"/>
          </ac:picMkLst>
        </pc:picChg>
        <pc:picChg chg="add mod">
          <ac:chgData name="Thibaut Rival" userId="1b5ad1fc-94c3-47f2-b9a6-e5428c5e78e7" providerId="ADAL" clId="{454B1573-30C7-4EB8-AC0C-00BC73B43E03}" dt="2026-02-11T14:24:29.604" v="1191"/>
          <ac:picMkLst>
            <pc:docMk/>
            <pc:sldMk cId="3979428876" sldId="267"/>
            <ac:picMk id="4" creationId="{1ECF1F73-A096-608E-C36C-BC1CDEC1E55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F3DA5E-3C64-46E2-85A0-3FC35A80BE6D}" type="datetimeFigureOut">
              <a:rPr lang="fr-FR" smtClean="0"/>
              <a:t>12/02/2026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D8A167-46C5-4FBF-A670-47C22D80129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5003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D8A167-46C5-4FBF-A670-47C22D80129F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44296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81D009-404C-76CE-933F-5298C3CFC9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45C184B-B330-CB35-A8A1-2BB47B6403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6143F3B-00C3-468B-9244-164B3BB67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DD226-787B-4D3F-B2EF-B926784BE54A}" type="datetime1">
              <a:rPr lang="fr-FR" smtClean="0"/>
              <a:t>12/02/2026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594517C-B41E-ED07-A1D5-52A0EFEBB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AEDCDFC-B075-57F5-4BB1-93EF50855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0B1A0-6DA5-49F1-B095-40442B5223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52288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67BAEF-985C-F50F-2031-1984537D8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BB228FE-AAD3-7099-350E-49A63A27EA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1202324-D250-7F2F-5F63-A2C8D6CCA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DBA27-C3CE-48DF-B65A-799B73FC9FAA}" type="datetime1">
              <a:rPr lang="fr-FR" smtClean="0"/>
              <a:t>12/02/2026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ACC9DA6-3033-A74F-686B-A6533B0DE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A18FF29-D3E1-ED59-69B1-BE9CE9140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0B1A0-6DA5-49F1-B095-40442B5223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5107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E9D97C-2AEA-B66B-0863-2578929F1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30139FC-9235-8649-B95E-0F115270CE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96733A9-5F5C-FFB4-082B-87ED142C7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3DBB1-91FA-4DB7-9026-5D87BC7F3956}" type="datetime1">
              <a:rPr lang="fr-FR" smtClean="0"/>
              <a:t>12/02/2026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0CB36C2-6E8C-F55C-D35C-C90ABFFFC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B2E7BE9-028C-2A19-6BCB-A1809D3B2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0B1A0-6DA5-49F1-B095-40442B5223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02122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D0D7EA-2122-A772-84DE-321884A1C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6734F98-F09D-29BA-CF4E-AC6EEF9DE5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CF0565B-5045-322F-A8B4-CA18CFA825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EFC059B-A537-04FD-ECB8-51FFA60E4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ACC47-7876-41FF-9DCE-707A37592D22}" type="datetime1">
              <a:rPr lang="fr-FR" smtClean="0"/>
              <a:t>12/02/2026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096EC74-3FB6-3F03-3BCD-EF0232B27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B9043B5-AD22-A397-80D1-DA4B1428C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0B1A0-6DA5-49F1-B095-40442B5223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31309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24DD33-A95F-25E0-28A1-CCBC452EB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716F9B1-6867-AED2-02E0-99FD3F0D78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3A426B9-6DCB-972B-A896-99CF021EC7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CBCD600-87D3-B8AE-C41E-5DEBDD6408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7449AA5-C896-4F6E-5EE8-4CB1A485AE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51161C5-204F-55A0-543D-5CC690951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27CD2-6A7C-4502-9DFA-63F5F2DE42BD}" type="datetime1">
              <a:rPr lang="fr-FR" smtClean="0"/>
              <a:t>12/02/2026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390C18D-85DD-3D9A-B3C2-C57B29F5A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C9DE2B2-6117-18C4-19B8-35B8D30DD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0B1A0-6DA5-49F1-B095-40442B5223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26096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FDC618-1116-7EC7-C907-D1605D1DB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AC4CA22-18B1-B8C5-A0F1-297B08A6B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EAF81-10DF-4C8C-A80C-1BFDE13428BA}" type="datetime1">
              <a:rPr lang="fr-FR" smtClean="0"/>
              <a:t>12/02/2026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AF266FB-DFB7-A2A7-DF31-5C569AA41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B6E832C-D02C-A2F6-E2B4-67EF30604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0B1A0-6DA5-49F1-B095-40442B5223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92812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DA33388-0402-50C4-27C1-BB929EA94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3B4F1-D40F-4513-9C26-DE11105058D6}" type="datetime1">
              <a:rPr lang="fr-FR" smtClean="0"/>
              <a:t>12/02/2026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2C2C8F6-4462-29E7-BFCB-2641B2E50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28C8B35-B7D9-E9C5-DF82-DB8BC9AB8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0B1A0-6DA5-49F1-B095-40442B5223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19528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CA56F3-AA59-74A2-B191-38C6FE337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08CD035-5A3A-5043-870D-DC516E9CE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75E9FA6-7A67-94F8-6F60-77E852B214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C5E440B-BADB-5711-7E30-F1A0B2920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79BC9-E134-4BE1-ACF9-6FB38E785F86}" type="datetime1">
              <a:rPr lang="fr-FR" smtClean="0"/>
              <a:t>12/02/2026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1B7D0FD-FABD-7348-B027-1DDA3205A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A86C28F-B845-F232-A4AA-8C087E6E6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0B1A0-6DA5-49F1-B095-40442B5223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93239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B182E4-F37F-67E4-F431-53B3EC62B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D5E1329-2742-A7C6-618F-4E3E384F30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1706178-D526-35AA-7E32-DC21F167CF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FE8608B-83F2-7486-0EED-4A22A2AA3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A300F-AA01-414C-BC96-78C2E11116F6}" type="datetime1">
              <a:rPr lang="fr-FR" smtClean="0"/>
              <a:t>12/02/2026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3279444-C354-23C8-C0DC-C91F70DF6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262EC84-BB82-8A33-37E3-7843E49A9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0B1A0-6DA5-49F1-B095-40442B5223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04936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925E97-1F49-1710-CC32-F69F77ECD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83B5BC3-E5C8-16EF-87BC-E0EC528E63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08A0A6C-1F1C-E3ED-108F-78FB98FA0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4EA57-3231-4094-B3D1-5F225259841C}" type="datetime1">
              <a:rPr lang="fr-FR" smtClean="0"/>
              <a:t>12/02/2026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A9CFA6F-AA3A-EE2E-CD5B-A4AD3DF7E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3FE27A9-790C-124F-44AB-2D105F52C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0B1A0-6DA5-49F1-B095-40442B5223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95565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301563EB-722D-0AE7-20EC-DF98C2FB15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1DA71FB-A0FF-CCA5-1605-A75653E5EF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17AA8E1-22AF-C86E-7E6F-BA52AB2EA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486B7-7B86-465E-816D-592F672F93BC}" type="datetime1">
              <a:rPr lang="fr-FR" smtClean="0"/>
              <a:t>12/02/2026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94F4917-ABE5-6F65-0B8F-FD0FBF209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94CDC41-700B-7B5E-A584-3D8D9061C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0B1A0-6DA5-49F1-B095-40442B5223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39382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7B32EFC-73D8-6EF0-2E1C-E15123FA7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D71DEFB-41E5-DE05-04E0-97804BC9E2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2F97765-E429-0374-A165-1B48DFE815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54C4F6-E0CB-49AE-8B51-93B2C82C5071}" type="datetime1">
              <a:rPr lang="fr-FR" smtClean="0"/>
              <a:t>12/02/2026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897A706-79DF-699B-3CE9-2B84FB67D8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C0836E4-8A83-E94F-FFB5-A11B8F52BD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D0B1A0-6DA5-49F1-B095-40442B5223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4535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jpe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e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jpe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jpe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5.png"/><Relationship Id="rId7" Type="http://schemas.openxmlformats.org/officeDocument/2006/relationships/image" Target="../media/image17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5" Type="http://schemas.openxmlformats.org/officeDocument/2006/relationships/image" Target="../media/image15.png"/><Relationship Id="rId4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jpeg"/><Relationship Id="rId4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jpeg"/><Relationship Id="rId4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jpeg"/><Relationship Id="rId4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B649E800-A5C8-49A0-A453-ED537DA315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5" name="Freeform: Shape 4104">
            <a:extLst>
              <a:ext uri="{FF2B5EF4-FFF2-40B4-BE49-F238E27FC236}">
                <a16:creationId xmlns:a16="http://schemas.microsoft.com/office/drawing/2014/main" id="{8BA67DD7-B75D-4A30-90A4-EEA9F64AF1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08194" y="0"/>
            <a:ext cx="6164729" cy="6858000"/>
          </a:xfrm>
          <a:custGeom>
            <a:avLst/>
            <a:gdLst>
              <a:gd name="connsiteX0" fmla="*/ 0 w 6164729"/>
              <a:gd name="connsiteY0" fmla="*/ 6857542 h 6858000"/>
              <a:gd name="connsiteX1" fmla="*/ 199783 w 6164729"/>
              <a:gd name="connsiteY1" fmla="*/ 6857542 h 6858000"/>
              <a:gd name="connsiteX2" fmla="*/ 199783 w 6164729"/>
              <a:gd name="connsiteY2" fmla="*/ 6858000 h 6858000"/>
              <a:gd name="connsiteX3" fmla="*/ 0 w 6164729"/>
              <a:gd name="connsiteY3" fmla="*/ 6858000 h 6858000"/>
              <a:gd name="connsiteX4" fmla="*/ 4818273 w 6164729"/>
              <a:gd name="connsiteY4" fmla="*/ 0 h 6858000"/>
              <a:gd name="connsiteX5" fmla="*/ 5018056 w 6164729"/>
              <a:gd name="connsiteY5" fmla="*/ 0 h 6858000"/>
              <a:gd name="connsiteX6" fmla="*/ 5030703 w 6164729"/>
              <a:gd name="connsiteY6" fmla="*/ 31774 h 6858000"/>
              <a:gd name="connsiteX7" fmla="*/ 6085711 w 6164729"/>
              <a:gd name="connsiteY7" fmla="*/ 2682457 h 6858000"/>
              <a:gd name="connsiteX8" fmla="*/ 6085711 w 6164729"/>
              <a:gd name="connsiteY8" fmla="*/ 3752208 h 6858000"/>
              <a:gd name="connsiteX9" fmla="*/ 4928207 w 6164729"/>
              <a:gd name="connsiteY9" fmla="*/ 6660411 h 6858000"/>
              <a:gd name="connsiteX10" fmla="*/ 4849745 w 6164729"/>
              <a:gd name="connsiteY10" fmla="*/ 6857542 h 6858000"/>
              <a:gd name="connsiteX11" fmla="*/ 4649962 w 6164729"/>
              <a:gd name="connsiteY11" fmla="*/ 6857542 h 6858000"/>
              <a:gd name="connsiteX12" fmla="*/ 4728424 w 6164729"/>
              <a:gd name="connsiteY12" fmla="*/ 6660411 h 6858000"/>
              <a:gd name="connsiteX13" fmla="*/ 5885928 w 6164729"/>
              <a:gd name="connsiteY13" fmla="*/ 3752208 h 6858000"/>
              <a:gd name="connsiteX14" fmla="*/ 5885928 w 6164729"/>
              <a:gd name="connsiteY14" fmla="*/ 2682457 h 6858000"/>
              <a:gd name="connsiteX15" fmla="*/ 4830920 w 6164729"/>
              <a:gd name="connsiteY15" fmla="*/ 3177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164729" h="6858000">
                <a:moveTo>
                  <a:pt x="0" y="6857542"/>
                </a:moveTo>
                <a:lnTo>
                  <a:pt x="199783" y="6857542"/>
                </a:lnTo>
                <a:lnTo>
                  <a:pt x="199783" y="6858000"/>
                </a:lnTo>
                <a:lnTo>
                  <a:pt x="0" y="6858000"/>
                </a:lnTo>
                <a:close/>
                <a:moveTo>
                  <a:pt x="4818273" y="0"/>
                </a:moveTo>
                <a:lnTo>
                  <a:pt x="5018056" y="0"/>
                </a:lnTo>
                <a:lnTo>
                  <a:pt x="5030703" y="31774"/>
                </a:lnTo>
                <a:cubicBezTo>
                  <a:pt x="6085711" y="2682457"/>
                  <a:pt x="6085711" y="2682457"/>
                  <a:pt x="6085711" y="2682457"/>
                </a:cubicBezTo>
                <a:cubicBezTo>
                  <a:pt x="6191069" y="2988100"/>
                  <a:pt x="6191069" y="3446565"/>
                  <a:pt x="6085711" y="3752208"/>
                </a:cubicBezTo>
                <a:cubicBezTo>
                  <a:pt x="5601723" y="4968215"/>
                  <a:pt x="5223609" y="5918220"/>
                  <a:pt x="4928207" y="6660411"/>
                </a:cubicBezTo>
                <a:lnTo>
                  <a:pt x="4849745" y="6857542"/>
                </a:lnTo>
                <a:lnTo>
                  <a:pt x="4649962" y="6857542"/>
                </a:lnTo>
                <a:lnTo>
                  <a:pt x="4728424" y="6660411"/>
                </a:lnTo>
                <a:cubicBezTo>
                  <a:pt x="5023826" y="5918220"/>
                  <a:pt x="5401940" y="4968215"/>
                  <a:pt x="5885928" y="3752208"/>
                </a:cubicBezTo>
                <a:cubicBezTo>
                  <a:pt x="5991286" y="3446565"/>
                  <a:pt x="5991286" y="2988100"/>
                  <a:pt x="5885928" y="2682457"/>
                </a:cubicBezTo>
                <a:cubicBezTo>
                  <a:pt x="5885928" y="2682457"/>
                  <a:pt x="5885928" y="2682457"/>
                  <a:pt x="4830920" y="31774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098" name="Picture 2" descr="Blackjack icon. Flat sign element from table games collection. Creative ...">
            <a:extLst>
              <a:ext uri="{FF2B5EF4-FFF2-40B4-BE49-F238E27FC236}">
                <a16:creationId xmlns:a16="http://schemas.microsoft.com/office/drawing/2014/main" id="{2A938304-7063-E460-DDC3-E3658FB67CC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91" t="19810" r="15777" b="32009"/>
          <a:stretch>
            <a:fillRect/>
          </a:stretch>
        </p:blipFill>
        <p:spPr bwMode="auto">
          <a:xfrm>
            <a:off x="0" y="69035"/>
            <a:ext cx="3338861" cy="268422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grpSp>
        <p:nvGrpSpPr>
          <p:cNvPr id="4107" name="Group 4106">
            <a:extLst>
              <a:ext uri="{FF2B5EF4-FFF2-40B4-BE49-F238E27FC236}">
                <a16:creationId xmlns:a16="http://schemas.microsoft.com/office/drawing/2014/main" id="{E8C5FC48-0A3C-4D6D-A0D5-EEE93213DB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160561" y="1075188"/>
            <a:ext cx="1562267" cy="1172973"/>
            <a:chOff x="9160561" y="1000124"/>
            <a:chExt cx="1562267" cy="1172973"/>
          </a:xfrm>
        </p:grpSpPr>
        <p:sp>
          <p:nvSpPr>
            <p:cNvPr id="4108" name="Freeform 5">
              <a:extLst>
                <a:ext uri="{FF2B5EF4-FFF2-40B4-BE49-F238E27FC236}">
                  <a16:creationId xmlns:a16="http://schemas.microsoft.com/office/drawing/2014/main" id="{DBBC336D-7E16-4EE1-90F2-8D9F2B618B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348782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09" name="Freeform 5">
              <a:extLst>
                <a:ext uri="{FF2B5EF4-FFF2-40B4-BE49-F238E27FC236}">
                  <a16:creationId xmlns:a16="http://schemas.microsoft.com/office/drawing/2014/main" id="{0199BE21-2D26-4357-8702-909F3621A3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00124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" name="AutoShape 6">
            <a:extLst>
              <a:ext uri="{FF2B5EF4-FFF2-40B4-BE49-F238E27FC236}">
                <a16:creationId xmlns:a16="http://schemas.microsoft.com/office/drawing/2014/main" id="{1B290929-0148-A1E7-C096-ABC9DC9A0FB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8" name="Image 7" descr="Une image contenant blanc, conception&#10;&#10;Le contenu généré par l’IA peut être incorrect.">
            <a:extLst>
              <a:ext uri="{FF2B5EF4-FFF2-40B4-BE49-F238E27FC236}">
                <a16:creationId xmlns:a16="http://schemas.microsoft.com/office/drawing/2014/main" id="{5E53127B-A3B4-C6C4-FCFA-CF579DF0D3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2406" y="883739"/>
            <a:ext cx="1981477" cy="1133633"/>
          </a:xfrm>
          <a:prstGeom prst="rect">
            <a:avLst/>
          </a:prstGeom>
        </p:spPr>
      </p:pic>
      <p:pic>
        <p:nvPicPr>
          <p:cNvPr id="9" name="Image 8" descr="Une image contenant blanc, conception&#10;&#10;Le contenu généré par l’IA peut être incorrect.">
            <a:extLst>
              <a:ext uri="{FF2B5EF4-FFF2-40B4-BE49-F238E27FC236}">
                <a16:creationId xmlns:a16="http://schemas.microsoft.com/office/drawing/2014/main" id="{642C79CE-EDC8-35A0-1825-F387D79164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0561" y="1315421"/>
            <a:ext cx="1981477" cy="1133633"/>
          </a:xfrm>
          <a:prstGeom prst="rect">
            <a:avLst/>
          </a:prstGeom>
        </p:spPr>
      </p:pic>
      <p:pic>
        <p:nvPicPr>
          <p:cNvPr id="4100" name="Picture 4" descr="Sick Optic Electronic Logo PNG Transparent &amp; SVG Vector - Freebie Supply">
            <a:extLst>
              <a:ext uri="{FF2B5EF4-FFF2-40B4-BE49-F238E27FC236}">
                <a16:creationId xmlns:a16="http://schemas.microsoft.com/office/drawing/2014/main" id="{AEC86A85-9D16-DAFD-7E50-7D16B793E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1545" y="3524772"/>
            <a:ext cx="1675357" cy="1675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F6287CB7-1D37-5B60-441F-598D4728354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0975" t="19178" r="27015" b="15903"/>
          <a:stretch>
            <a:fillRect/>
          </a:stretch>
        </p:blipFill>
        <p:spPr>
          <a:xfrm>
            <a:off x="5805420" y="0"/>
            <a:ext cx="2076758" cy="214054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4104" name="Picture 8" descr="Télécom Saint-Etienne - Université Jean Monnet">
            <a:extLst>
              <a:ext uri="{FF2B5EF4-FFF2-40B4-BE49-F238E27FC236}">
                <a16:creationId xmlns:a16="http://schemas.microsoft.com/office/drawing/2014/main" id="{AB6F8E56-16EF-16E3-955E-99394B9B17A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6079"/>
          <a:stretch>
            <a:fillRect/>
          </a:stretch>
        </p:blipFill>
        <p:spPr bwMode="auto">
          <a:xfrm>
            <a:off x="10112950" y="1762380"/>
            <a:ext cx="1719372" cy="926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C2102DDC-35F3-529C-3597-2BD831A17361}"/>
              </a:ext>
            </a:extLst>
          </p:cNvPr>
          <p:cNvSpPr txBox="1"/>
          <p:nvPr/>
        </p:nvSpPr>
        <p:spPr>
          <a:xfrm>
            <a:off x="2420455" y="2875002"/>
            <a:ext cx="487464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600" b="1" dirty="0">
                <a:solidFill>
                  <a:schemeClr val="accent6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White Jacks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22BD46C-DAB1-6B58-F4C4-FE931DC75310}"/>
              </a:ext>
            </a:extLst>
          </p:cNvPr>
          <p:cNvSpPr txBox="1"/>
          <p:nvPr/>
        </p:nvSpPr>
        <p:spPr>
          <a:xfrm>
            <a:off x="3312357" y="3977731"/>
            <a:ext cx="309084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solidFill>
                  <a:schemeClr val="accent3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Hackathon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F882BC27-47AB-52F3-2D23-3BE26DB2B786}"/>
              </a:ext>
            </a:extLst>
          </p:cNvPr>
          <p:cNvSpPr txBox="1"/>
          <p:nvPr/>
        </p:nvSpPr>
        <p:spPr>
          <a:xfrm>
            <a:off x="88491" y="6364876"/>
            <a:ext cx="7698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accent3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HUYET Thomas | RIVAL Thibaut | BRAMERIE Noah | MARTIN Thomas </a:t>
            </a:r>
          </a:p>
        </p:txBody>
      </p:sp>
      <p:sp>
        <p:nvSpPr>
          <p:cNvPr id="15" name="Espace réservé du numéro de diapositive 14">
            <a:extLst>
              <a:ext uri="{FF2B5EF4-FFF2-40B4-BE49-F238E27FC236}">
                <a16:creationId xmlns:a16="http://schemas.microsoft.com/office/drawing/2014/main" id="{A3B59EC2-251D-D8F8-BA7A-0F669B3AD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0B1A0-6DA5-49F1-B095-40442B52237A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8912401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>
            <a:extLst>
              <a:ext uri="{FF2B5EF4-FFF2-40B4-BE49-F238E27FC236}">
                <a16:creationId xmlns:a16="http://schemas.microsoft.com/office/drawing/2014/main" id="{526E0F4C-B8D4-AAEF-A1CD-4B344FD69EA8}"/>
              </a:ext>
            </a:extLst>
          </p:cNvPr>
          <p:cNvSpPr txBox="1"/>
          <p:nvPr/>
        </p:nvSpPr>
        <p:spPr>
          <a:xfrm>
            <a:off x="228948" y="300034"/>
            <a:ext cx="37702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solidFill>
                  <a:schemeClr val="accent6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Introduction</a:t>
            </a:r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03FA5DA6-2858-A1E0-81BB-6C4CAF1D19FA}"/>
              </a:ext>
            </a:extLst>
          </p:cNvPr>
          <p:cNvCxnSpPr/>
          <p:nvPr/>
        </p:nvCxnSpPr>
        <p:spPr>
          <a:xfrm>
            <a:off x="0" y="1275952"/>
            <a:ext cx="2605548" cy="0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space réservé du numéro de diapositive 13">
            <a:extLst>
              <a:ext uri="{FF2B5EF4-FFF2-40B4-BE49-F238E27FC236}">
                <a16:creationId xmlns:a16="http://schemas.microsoft.com/office/drawing/2014/main" id="{774727AD-B597-F4D5-BD62-8EBC6A0AD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0B1A0-6DA5-49F1-B095-40442B52237A}" type="slidenum">
              <a:rPr lang="fr-FR" smtClean="0"/>
              <a:t>2</a:t>
            </a:fld>
            <a:endParaRPr lang="fr-FR"/>
          </a:p>
        </p:txBody>
      </p:sp>
      <p:pic>
        <p:nvPicPr>
          <p:cNvPr id="19" name="Image 18" descr="Une image contenant texte&#10;&#10;Le contenu généré par l’IA peut être incorrect.">
            <a:extLst>
              <a:ext uri="{FF2B5EF4-FFF2-40B4-BE49-F238E27FC236}">
                <a16:creationId xmlns:a16="http://schemas.microsoft.com/office/drawing/2014/main" id="{788B400D-B8DB-39C6-5541-37F9880E4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256" y="1957583"/>
            <a:ext cx="6858957" cy="4486901"/>
          </a:xfrm>
          <a:prstGeom prst="rect">
            <a:avLst/>
          </a:prstGeom>
        </p:spPr>
      </p:pic>
      <p:pic>
        <p:nvPicPr>
          <p:cNvPr id="21" name="Image 20" descr="Une image contenant plein air, nuage, ciel, arbre&#10;&#10;Le contenu généré par l’IA peut être incorrect.">
            <a:extLst>
              <a:ext uri="{FF2B5EF4-FFF2-40B4-BE49-F238E27FC236}">
                <a16:creationId xmlns:a16="http://schemas.microsoft.com/office/drawing/2014/main" id="{A76088DE-AE40-3211-C651-08775A4691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2058" y="824502"/>
            <a:ext cx="4417716" cy="2266163"/>
          </a:xfrm>
          <a:prstGeom prst="rect">
            <a:avLst/>
          </a:prstGeom>
        </p:spPr>
      </p:pic>
      <p:pic>
        <p:nvPicPr>
          <p:cNvPr id="4" name="Picture 4" descr="Sick Optic Electronic Logo PNG Transparent &amp; SVG Vector - Freebie Supply">
            <a:extLst>
              <a:ext uri="{FF2B5EF4-FFF2-40B4-BE49-F238E27FC236}">
                <a16:creationId xmlns:a16="http://schemas.microsoft.com/office/drawing/2014/main" id="{17A059C3-74E6-94CD-C572-013EF8CDC9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5830" y="-120787"/>
            <a:ext cx="1119142" cy="1119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8" descr="Télécom Saint-Etienne - Université Jean Monnet">
            <a:extLst>
              <a:ext uri="{FF2B5EF4-FFF2-40B4-BE49-F238E27FC236}">
                <a16:creationId xmlns:a16="http://schemas.microsoft.com/office/drawing/2014/main" id="{1228EDD1-7303-6F41-6E12-644E17E93B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6079"/>
          <a:stretch>
            <a:fillRect/>
          </a:stretch>
        </p:blipFill>
        <p:spPr bwMode="auto">
          <a:xfrm>
            <a:off x="9870916" y="122803"/>
            <a:ext cx="1094914" cy="590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Blackjack icon. Flat sign element from table games collection. Creative ...">
            <a:extLst>
              <a:ext uri="{FF2B5EF4-FFF2-40B4-BE49-F238E27FC236}">
                <a16:creationId xmlns:a16="http://schemas.microsoft.com/office/drawing/2014/main" id="{F78D21CB-C4F3-ADAE-FEA1-9229BD8D4FA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91" t="19810" r="15777" b="32009"/>
          <a:stretch>
            <a:fillRect/>
          </a:stretch>
        </p:blipFill>
        <p:spPr bwMode="auto">
          <a:xfrm>
            <a:off x="147789" y="5914442"/>
            <a:ext cx="1099364" cy="88381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1894710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5E4D3-4277-D32A-A935-EDEDFE12E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>
            <a:extLst>
              <a:ext uri="{FF2B5EF4-FFF2-40B4-BE49-F238E27FC236}">
                <a16:creationId xmlns:a16="http://schemas.microsoft.com/office/drawing/2014/main" id="{C6A296F3-E4A6-6DB7-7FA7-A04A71829CC3}"/>
              </a:ext>
            </a:extLst>
          </p:cNvPr>
          <p:cNvSpPr txBox="1"/>
          <p:nvPr/>
        </p:nvSpPr>
        <p:spPr>
          <a:xfrm>
            <a:off x="228948" y="300034"/>
            <a:ext cx="37702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solidFill>
                  <a:schemeClr val="accent6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Rules</a:t>
            </a:r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E67F7CB0-C3E3-C479-F561-73784BD54055}"/>
              </a:ext>
            </a:extLst>
          </p:cNvPr>
          <p:cNvCxnSpPr/>
          <p:nvPr/>
        </p:nvCxnSpPr>
        <p:spPr>
          <a:xfrm>
            <a:off x="0" y="1275952"/>
            <a:ext cx="2605548" cy="0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space réservé du numéro de diapositive 13">
            <a:extLst>
              <a:ext uri="{FF2B5EF4-FFF2-40B4-BE49-F238E27FC236}">
                <a16:creationId xmlns:a16="http://schemas.microsoft.com/office/drawing/2014/main" id="{50C233BF-5344-D9E0-5CD2-A30D1929E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0B1A0-6DA5-49F1-B095-40442B52237A}" type="slidenum">
              <a:rPr lang="fr-FR" smtClean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3</a:t>
            </a:fld>
            <a:endParaRPr lang="fr-FR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FB1ABA99-F9F5-CDD7-ADA3-5A911AED6AA6}"/>
              </a:ext>
            </a:extLst>
          </p:cNvPr>
          <p:cNvSpPr txBox="1"/>
          <p:nvPr/>
        </p:nvSpPr>
        <p:spPr>
          <a:xfrm>
            <a:off x="228948" y="1482430"/>
            <a:ext cx="116277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Player : </a:t>
            </a:r>
            <a:r>
              <a:rPr lang="fr-FR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Get</a:t>
            </a:r>
            <a:r>
              <a:rPr lang="fr-F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close to 21 and </a:t>
            </a:r>
            <a:r>
              <a:rPr lang="fr-FR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be</a:t>
            </a:r>
            <a:r>
              <a:rPr lang="fr-F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fr-FR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higher</a:t>
            </a:r>
            <a:r>
              <a:rPr lang="fr-F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fr-FR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than</a:t>
            </a:r>
            <a:r>
              <a:rPr lang="fr-F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the dealer</a:t>
            </a:r>
          </a:p>
          <a:p>
            <a:endParaRPr lang="fr-FR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r>
              <a:rPr lang="fr-F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Dealer : </a:t>
            </a:r>
            <a:r>
              <a:rPr lang="fr-FR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Draw</a:t>
            </a:r>
            <a:r>
              <a:rPr lang="fr-F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fr-FR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cards</a:t>
            </a:r>
            <a:r>
              <a:rPr lang="fr-F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fr-FR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while</a:t>
            </a:r>
            <a:r>
              <a:rPr lang="fr-F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the hand </a:t>
            </a:r>
            <a:r>
              <a:rPr lang="fr-FR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is</a:t>
            </a:r>
            <a:r>
              <a:rPr lang="fr-F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fr-FR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below</a:t>
            </a:r>
            <a:r>
              <a:rPr lang="fr-F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17</a:t>
            </a:r>
          </a:p>
        </p:txBody>
      </p:sp>
      <p:pic>
        <p:nvPicPr>
          <p:cNvPr id="1026" name="Picture 2" descr="Reglas de Blackjack: aprenda las reglas básicas para jugar 21 (y ganar)">
            <a:extLst>
              <a:ext uri="{FF2B5EF4-FFF2-40B4-BE49-F238E27FC236}">
                <a16:creationId xmlns:a16="http://schemas.microsoft.com/office/drawing/2014/main" id="{B109BF2C-FFBF-182E-B6B4-D12E109A4E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8000" y="2554550"/>
            <a:ext cx="7130845" cy="4003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Sick Optic Electronic Logo PNG Transparent &amp; SVG Vector - Freebie Supply">
            <a:extLst>
              <a:ext uri="{FF2B5EF4-FFF2-40B4-BE49-F238E27FC236}">
                <a16:creationId xmlns:a16="http://schemas.microsoft.com/office/drawing/2014/main" id="{9130B183-9829-4E19-6BCB-1BA463B171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5830" y="-120787"/>
            <a:ext cx="1119142" cy="1119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8" descr="Télécom Saint-Etienne - Université Jean Monnet">
            <a:extLst>
              <a:ext uri="{FF2B5EF4-FFF2-40B4-BE49-F238E27FC236}">
                <a16:creationId xmlns:a16="http://schemas.microsoft.com/office/drawing/2014/main" id="{2EE0FA2E-2167-5A0A-4069-95B2BCAF9E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6079"/>
          <a:stretch>
            <a:fillRect/>
          </a:stretch>
        </p:blipFill>
        <p:spPr bwMode="auto">
          <a:xfrm>
            <a:off x="9870916" y="122803"/>
            <a:ext cx="1094914" cy="590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Blackjack icon. Flat sign element from table games collection. Creative ...">
            <a:extLst>
              <a:ext uri="{FF2B5EF4-FFF2-40B4-BE49-F238E27FC236}">
                <a16:creationId xmlns:a16="http://schemas.microsoft.com/office/drawing/2014/main" id="{5874592F-B66F-B14C-B201-A85C90C0328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91" t="19810" r="15777" b="32009"/>
          <a:stretch>
            <a:fillRect/>
          </a:stretch>
        </p:blipFill>
        <p:spPr bwMode="auto">
          <a:xfrm>
            <a:off x="147789" y="5914442"/>
            <a:ext cx="1099364" cy="88381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7806736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99122-63DF-C632-C508-2CE29E793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>
            <a:extLst>
              <a:ext uri="{FF2B5EF4-FFF2-40B4-BE49-F238E27FC236}">
                <a16:creationId xmlns:a16="http://schemas.microsoft.com/office/drawing/2014/main" id="{CC64CD16-6EBD-40B0-901D-493871190AA6}"/>
              </a:ext>
            </a:extLst>
          </p:cNvPr>
          <p:cNvSpPr txBox="1"/>
          <p:nvPr/>
        </p:nvSpPr>
        <p:spPr>
          <a:xfrm>
            <a:off x="228948" y="300034"/>
            <a:ext cx="51152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solidFill>
                  <a:schemeClr val="accent6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Points to </a:t>
            </a:r>
            <a:r>
              <a:rPr lang="fr-FR" sz="4400" dirty="0" err="1">
                <a:solidFill>
                  <a:schemeClr val="accent6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work</a:t>
            </a:r>
            <a:r>
              <a:rPr lang="fr-FR" sz="4400" dirty="0">
                <a:solidFill>
                  <a:schemeClr val="accent6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on</a:t>
            </a:r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BC20612D-BFF0-BF58-098A-4CAC76270B1F}"/>
              </a:ext>
            </a:extLst>
          </p:cNvPr>
          <p:cNvCxnSpPr/>
          <p:nvPr/>
        </p:nvCxnSpPr>
        <p:spPr>
          <a:xfrm>
            <a:off x="0" y="1275952"/>
            <a:ext cx="2605548" cy="0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space réservé du numéro de diapositive 13">
            <a:extLst>
              <a:ext uri="{FF2B5EF4-FFF2-40B4-BE49-F238E27FC236}">
                <a16:creationId xmlns:a16="http://schemas.microsoft.com/office/drawing/2014/main" id="{0E4DBAF3-815B-F82C-EB0D-9B8B21BD3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0B1A0-6DA5-49F1-B095-40442B52237A}" type="slidenum">
              <a:rPr lang="fr-FR" smtClean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4</a:t>
            </a:fld>
            <a:endParaRPr lang="fr-FR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2050" name="Picture 2" descr="Blackjack Rules at Home: The Ultimate Guide for Playing without Dealer">
            <a:extLst>
              <a:ext uri="{FF2B5EF4-FFF2-40B4-BE49-F238E27FC236}">
                <a16:creationId xmlns:a16="http://schemas.microsoft.com/office/drawing/2014/main" id="{838A8B05-AF1F-CAA7-6893-E2CBBDE56A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524000"/>
            <a:ext cx="762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9C2E012-FBA2-C746-EFA0-C381E15EEFDB}"/>
              </a:ext>
            </a:extLst>
          </p:cNvPr>
          <p:cNvSpPr/>
          <p:nvPr/>
        </p:nvSpPr>
        <p:spPr>
          <a:xfrm>
            <a:off x="7315200" y="2540000"/>
            <a:ext cx="1295400" cy="11887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cxnSp>
        <p:nvCxnSpPr>
          <p:cNvPr id="4" name="Connecteur droit avec flèche 3">
            <a:extLst>
              <a:ext uri="{FF2B5EF4-FFF2-40B4-BE49-F238E27FC236}">
                <a16:creationId xmlns:a16="http://schemas.microsoft.com/office/drawing/2014/main" id="{8F4F5B21-A6BF-F5E7-649A-DD74B24B02EF}"/>
              </a:ext>
            </a:extLst>
          </p:cNvPr>
          <p:cNvCxnSpPr>
            <a:stCxn id="2" idx="3"/>
          </p:cNvCxnSpPr>
          <p:nvPr/>
        </p:nvCxnSpPr>
        <p:spPr>
          <a:xfrm flipV="1">
            <a:off x="8610600" y="2407920"/>
            <a:ext cx="1661160" cy="7264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ZoneTexte 4">
            <a:extLst>
              <a:ext uri="{FF2B5EF4-FFF2-40B4-BE49-F238E27FC236}">
                <a16:creationId xmlns:a16="http://schemas.microsoft.com/office/drawing/2014/main" id="{AEECCF80-8AF2-82AC-0B25-FE73E21CD043}"/>
              </a:ext>
            </a:extLst>
          </p:cNvPr>
          <p:cNvSpPr txBox="1"/>
          <p:nvPr/>
        </p:nvSpPr>
        <p:spPr>
          <a:xfrm>
            <a:off x="10271760" y="1940143"/>
            <a:ext cx="15646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Card</a:t>
            </a:r>
            <a:r>
              <a:rPr lang="fr-FR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Overlay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C91383-4FBA-83D0-6E70-15DB73442BB6}"/>
              </a:ext>
            </a:extLst>
          </p:cNvPr>
          <p:cNvSpPr/>
          <p:nvPr/>
        </p:nvSpPr>
        <p:spPr>
          <a:xfrm>
            <a:off x="6080760" y="3134360"/>
            <a:ext cx="868680" cy="89408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2C865C4F-F6F0-84B2-B832-6D6800784B35}"/>
              </a:ext>
            </a:extLst>
          </p:cNvPr>
          <p:cNvCxnSpPr>
            <a:cxnSpLocks/>
          </p:cNvCxnSpPr>
          <p:nvPr/>
        </p:nvCxnSpPr>
        <p:spPr>
          <a:xfrm>
            <a:off x="6459220" y="4028440"/>
            <a:ext cx="55880" cy="159512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CFE033E0-28F2-6505-2164-B781DB0150D8}"/>
              </a:ext>
            </a:extLst>
          </p:cNvPr>
          <p:cNvSpPr txBox="1"/>
          <p:nvPr/>
        </p:nvSpPr>
        <p:spPr>
          <a:xfrm>
            <a:off x="5344160" y="5525114"/>
            <a:ext cx="29057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Count </a:t>
            </a:r>
            <a:r>
              <a:rPr lang="fr-FR" sz="24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Cards</a:t>
            </a:r>
            <a:r>
              <a:rPr lang="fr-FR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values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D10F31C-EEF7-C873-1417-552B5F52C220}"/>
              </a:ext>
            </a:extLst>
          </p:cNvPr>
          <p:cNvSpPr/>
          <p:nvPr/>
        </p:nvSpPr>
        <p:spPr>
          <a:xfrm>
            <a:off x="3938270" y="3728720"/>
            <a:ext cx="868680" cy="89408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D5F97C1-AA10-EEE4-1351-AEB1F73D9266}"/>
              </a:ext>
            </a:extLst>
          </p:cNvPr>
          <p:cNvSpPr/>
          <p:nvPr/>
        </p:nvSpPr>
        <p:spPr>
          <a:xfrm>
            <a:off x="2286000" y="2834640"/>
            <a:ext cx="868680" cy="89408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A4B16B07-7CD6-43CE-508A-F591B92E3D0C}"/>
              </a:ext>
            </a:extLst>
          </p:cNvPr>
          <p:cNvCxnSpPr>
            <a:cxnSpLocks/>
          </p:cNvCxnSpPr>
          <p:nvPr/>
        </p:nvCxnSpPr>
        <p:spPr>
          <a:xfrm flipH="1">
            <a:off x="1818640" y="4622800"/>
            <a:ext cx="2306320" cy="2946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EF1CF91B-FCBF-5DD9-6571-D712A655C539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1747520" y="3728720"/>
            <a:ext cx="972820" cy="8940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ZoneTexte 20">
            <a:extLst>
              <a:ext uri="{FF2B5EF4-FFF2-40B4-BE49-F238E27FC236}">
                <a16:creationId xmlns:a16="http://schemas.microsoft.com/office/drawing/2014/main" id="{0C1CDD75-00B5-6D69-A142-7C03EA0D5C91}"/>
              </a:ext>
            </a:extLst>
          </p:cNvPr>
          <p:cNvSpPr txBox="1"/>
          <p:nvPr/>
        </p:nvSpPr>
        <p:spPr>
          <a:xfrm>
            <a:off x="147789" y="4622800"/>
            <a:ext cx="18869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Differents</a:t>
            </a:r>
            <a:r>
              <a:rPr lang="fr-FR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Area Of </a:t>
            </a:r>
            <a:r>
              <a:rPr lang="fr-FR" sz="24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Interests</a:t>
            </a:r>
            <a:endParaRPr lang="fr-FR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23" name="Image 22" descr="Une image contenant jaune, clipart, conception&#10;&#10;Le contenu généré par l’IA peut être incorrect.">
            <a:extLst>
              <a:ext uri="{FF2B5EF4-FFF2-40B4-BE49-F238E27FC236}">
                <a16:creationId xmlns:a16="http://schemas.microsoft.com/office/drawing/2014/main" id="{250A939A-798A-152B-6104-3C32E64CA5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228948" y="1588776"/>
            <a:ext cx="408791" cy="420606"/>
          </a:xfrm>
          <a:prstGeom prst="rect">
            <a:avLst/>
          </a:prstGeom>
        </p:spPr>
      </p:pic>
      <p:sp>
        <p:nvSpPr>
          <p:cNvPr id="24" name="ZoneTexte 23">
            <a:extLst>
              <a:ext uri="{FF2B5EF4-FFF2-40B4-BE49-F238E27FC236}">
                <a16:creationId xmlns:a16="http://schemas.microsoft.com/office/drawing/2014/main" id="{BC9152D1-83EB-C819-C9D8-2688BF668A78}"/>
              </a:ext>
            </a:extLst>
          </p:cNvPr>
          <p:cNvSpPr txBox="1"/>
          <p:nvPr/>
        </p:nvSpPr>
        <p:spPr>
          <a:xfrm>
            <a:off x="637739" y="1482430"/>
            <a:ext cx="15646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Give</a:t>
            </a:r>
            <a:r>
              <a:rPr lang="fr-FR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Tips to </a:t>
            </a:r>
            <a:r>
              <a:rPr lang="fr-FR" sz="24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player</a:t>
            </a:r>
            <a:r>
              <a:rPr lang="fr-FR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</a:p>
        </p:txBody>
      </p:sp>
      <p:pic>
        <p:nvPicPr>
          <p:cNvPr id="25" name="Picture 4" descr="Sick Optic Electronic Logo PNG Transparent &amp; SVG Vector - Freebie Supply">
            <a:extLst>
              <a:ext uri="{FF2B5EF4-FFF2-40B4-BE49-F238E27FC236}">
                <a16:creationId xmlns:a16="http://schemas.microsoft.com/office/drawing/2014/main" id="{BCD9E3F0-B5A3-8A78-0E20-5602F001C6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5830" y="-120787"/>
            <a:ext cx="1119142" cy="1119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8" descr="Télécom Saint-Etienne - Université Jean Monnet">
            <a:extLst>
              <a:ext uri="{FF2B5EF4-FFF2-40B4-BE49-F238E27FC236}">
                <a16:creationId xmlns:a16="http://schemas.microsoft.com/office/drawing/2014/main" id="{C7548D43-36A8-636A-4112-060184CD0E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6079"/>
          <a:stretch>
            <a:fillRect/>
          </a:stretch>
        </p:blipFill>
        <p:spPr bwMode="auto">
          <a:xfrm>
            <a:off x="9870916" y="122803"/>
            <a:ext cx="1094914" cy="590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" descr="Blackjack icon. Flat sign element from table games collection. Creative ...">
            <a:extLst>
              <a:ext uri="{FF2B5EF4-FFF2-40B4-BE49-F238E27FC236}">
                <a16:creationId xmlns:a16="http://schemas.microsoft.com/office/drawing/2014/main" id="{19E61BDD-DEFE-AEBF-9F60-008ABE9898C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91" t="19810" r="15777" b="32009"/>
          <a:stretch>
            <a:fillRect/>
          </a:stretch>
        </p:blipFill>
        <p:spPr bwMode="auto">
          <a:xfrm>
            <a:off x="147789" y="5914442"/>
            <a:ext cx="1099364" cy="88381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1626174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B2A35-5D9A-E826-0F6A-A8F9F581A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>
            <a:extLst>
              <a:ext uri="{FF2B5EF4-FFF2-40B4-BE49-F238E27FC236}">
                <a16:creationId xmlns:a16="http://schemas.microsoft.com/office/drawing/2014/main" id="{E63960CA-5131-2EE0-93AF-ED3EF086C7E2}"/>
              </a:ext>
            </a:extLst>
          </p:cNvPr>
          <p:cNvSpPr txBox="1"/>
          <p:nvPr/>
        </p:nvSpPr>
        <p:spPr>
          <a:xfrm>
            <a:off x="228948" y="300034"/>
            <a:ext cx="66595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 err="1">
                <a:solidFill>
                  <a:schemeClr val="accent6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Problem</a:t>
            </a:r>
            <a:r>
              <a:rPr lang="fr-FR" sz="4400" dirty="0">
                <a:solidFill>
                  <a:schemeClr val="accent6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fr-FR" sz="4400" dirty="0" err="1">
                <a:solidFill>
                  <a:schemeClr val="accent6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Encountered</a:t>
            </a:r>
            <a:endParaRPr lang="fr-FR" sz="4400" dirty="0">
              <a:solidFill>
                <a:schemeClr val="accent6">
                  <a:lumMod val="50000"/>
                </a:scheme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EFBAB04E-B621-59E2-9DFD-0F15AF06D098}"/>
              </a:ext>
            </a:extLst>
          </p:cNvPr>
          <p:cNvCxnSpPr/>
          <p:nvPr/>
        </p:nvCxnSpPr>
        <p:spPr>
          <a:xfrm>
            <a:off x="0" y="1275952"/>
            <a:ext cx="2605548" cy="0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space réservé du numéro de diapositive 13">
            <a:extLst>
              <a:ext uri="{FF2B5EF4-FFF2-40B4-BE49-F238E27FC236}">
                <a16:creationId xmlns:a16="http://schemas.microsoft.com/office/drawing/2014/main" id="{63329DD5-18DC-86BA-D810-3D1C4EEE3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0B1A0-6DA5-49F1-B095-40442B52237A}" type="slidenum">
              <a:rPr lang="fr-FR" smtClean="0"/>
              <a:t>5</a:t>
            </a:fld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8234453-F1C0-87B6-C734-09535C2430D5}"/>
              </a:ext>
            </a:extLst>
          </p:cNvPr>
          <p:cNvSpPr txBox="1"/>
          <p:nvPr/>
        </p:nvSpPr>
        <p:spPr>
          <a:xfrm>
            <a:off x="4200711" y="1710257"/>
            <a:ext cx="7534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 IA Image </a:t>
            </a:r>
            <a:r>
              <a:rPr lang="fr-FR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capacity</a:t>
            </a:r>
            <a:r>
              <a:rPr lang="fr-F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&lt; 100</a:t>
            </a:r>
          </a:p>
        </p:txBody>
      </p:sp>
      <p:pic>
        <p:nvPicPr>
          <p:cNvPr id="6" name="Image 5" descr="Une image contenant texte, trousse de secours&#10;&#10;Le contenu généré par l’IA peut être incorrect.">
            <a:extLst>
              <a:ext uri="{FF2B5EF4-FFF2-40B4-BE49-F238E27FC236}">
                <a16:creationId xmlns:a16="http://schemas.microsoft.com/office/drawing/2014/main" id="{C2D4B9EC-2C0D-6A2E-BE33-B80DE71204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1391" y="3799152"/>
            <a:ext cx="1097323" cy="1337363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C8E3DF13-6CD3-90C3-7F42-5D14A3DBFB2B}"/>
              </a:ext>
            </a:extLst>
          </p:cNvPr>
          <p:cNvSpPr txBox="1"/>
          <p:nvPr/>
        </p:nvSpPr>
        <p:spPr>
          <a:xfrm>
            <a:off x="4200711" y="4033303"/>
            <a:ext cx="7534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 </a:t>
            </a:r>
            <a:r>
              <a:rPr lang="fr-FR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Can’t</a:t>
            </a:r>
            <a:r>
              <a:rPr lang="fr-F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count 2 </a:t>
            </a:r>
            <a:r>
              <a:rPr lang="fr-FR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cards</a:t>
            </a:r>
            <a:r>
              <a:rPr lang="fr-F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fr-FR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simultaneously</a:t>
            </a:r>
            <a:r>
              <a:rPr lang="fr-F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</a:p>
        </p:txBody>
      </p:sp>
      <p:pic>
        <p:nvPicPr>
          <p:cNvPr id="9" name="Image 8" descr="Une image contenant Graphique, Police, logo, blanc&#10;&#10;Le contenu généré par l’IA peut être incorrect.">
            <a:extLst>
              <a:ext uri="{FF2B5EF4-FFF2-40B4-BE49-F238E27FC236}">
                <a16:creationId xmlns:a16="http://schemas.microsoft.com/office/drawing/2014/main" id="{35502F44-C123-7C06-AECD-551DDADF8A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4928" y="5287861"/>
            <a:ext cx="1913040" cy="1253162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2B29E705-0179-11DD-F19A-E2B189E2EC53}"/>
              </a:ext>
            </a:extLst>
          </p:cNvPr>
          <p:cNvSpPr txBox="1"/>
          <p:nvPr/>
        </p:nvSpPr>
        <p:spPr>
          <a:xfrm>
            <a:off x="4200711" y="5883743"/>
            <a:ext cx="42039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 Trigger to </a:t>
            </a:r>
            <a:r>
              <a:rPr lang="fr-FR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get</a:t>
            </a:r>
            <a:r>
              <a:rPr lang="fr-F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fr-FR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cards</a:t>
            </a:r>
            <a:r>
              <a:rPr lang="fr-F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or </a:t>
            </a:r>
            <a:r>
              <a:rPr lang="fr-FR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player</a:t>
            </a:r>
            <a:r>
              <a:rPr lang="fr-F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switch 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5780F2E3-7688-BD83-BC9C-A72FB3F5ACA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0975" t="19178" r="27015" b="21003"/>
          <a:stretch>
            <a:fillRect/>
          </a:stretch>
        </p:blipFill>
        <p:spPr>
          <a:xfrm>
            <a:off x="1966473" y="1498419"/>
            <a:ext cx="2076758" cy="197237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5" name="Picture 4" descr="Sick Optic Electronic Logo PNG Transparent &amp; SVG Vector - Freebie Supply">
            <a:extLst>
              <a:ext uri="{FF2B5EF4-FFF2-40B4-BE49-F238E27FC236}">
                <a16:creationId xmlns:a16="http://schemas.microsoft.com/office/drawing/2014/main" id="{26642769-2B32-3C29-7519-74B8131C09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5830" y="-120787"/>
            <a:ext cx="1119142" cy="1119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8" descr="Télécom Saint-Etienne - Université Jean Monnet">
            <a:extLst>
              <a:ext uri="{FF2B5EF4-FFF2-40B4-BE49-F238E27FC236}">
                <a16:creationId xmlns:a16="http://schemas.microsoft.com/office/drawing/2014/main" id="{9C816C90-8224-7D86-F38F-E5C8F62612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6079"/>
          <a:stretch>
            <a:fillRect/>
          </a:stretch>
        </p:blipFill>
        <p:spPr bwMode="auto">
          <a:xfrm>
            <a:off x="9870916" y="122803"/>
            <a:ext cx="1094914" cy="590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Blackjack icon. Flat sign element from table games collection. Creative ...">
            <a:extLst>
              <a:ext uri="{FF2B5EF4-FFF2-40B4-BE49-F238E27FC236}">
                <a16:creationId xmlns:a16="http://schemas.microsoft.com/office/drawing/2014/main" id="{3B058C47-21D4-03DA-C529-9AE2CF3DB1F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91" t="19810" r="15777" b="32009"/>
          <a:stretch>
            <a:fillRect/>
          </a:stretch>
        </p:blipFill>
        <p:spPr bwMode="auto">
          <a:xfrm>
            <a:off x="147789" y="5914442"/>
            <a:ext cx="1099364" cy="88381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1179717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D8239-C233-4B40-D341-EE0DC74A7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>
            <a:extLst>
              <a:ext uri="{FF2B5EF4-FFF2-40B4-BE49-F238E27FC236}">
                <a16:creationId xmlns:a16="http://schemas.microsoft.com/office/drawing/2014/main" id="{0B471F9F-A13C-19D1-AF49-4D8180622E51}"/>
              </a:ext>
            </a:extLst>
          </p:cNvPr>
          <p:cNvSpPr txBox="1"/>
          <p:nvPr/>
        </p:nvSpPr>
        <p:spPr>
          <a:xfrm>
            <a:off x="228948" y="300034"/>
            <a:ext cx="37702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solidFill>
                  <a:schemeClr val="accent6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Solutions </a:t>
            </a:r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45DDEEF4-E201-CD1E-C87E-75657EE45E98}"/>
              </a:ext>
            </a:extLst>
          </p:cNvPr>
          <p:cNvCxnSpPr/>
          <p:nvPr/>
        </p:nvCxnSpPr>
        <p:spPr>
          <a:xfrm>
            <a:off x="0" y="1275952"/>
            <a:ext cx="2605548" cy="0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space réservé du numéro de diapositive 13">
            <a:extLst>
              <a:ext uri="{FF2B5EF4-FFF2-40B4-BE49-F238E27FC236}">
                <a16:creationId xmlns:a16="http://schemas.microsoft.com/office/drawing/2014/main" id="{CD157EA4-4428-B22F-7FD2-BBE4ACF11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0B1A0-6DA5-49F1-B095-40442B52237A}" type="slidenum">
              <a:rPr lang="fr-FR" smtClean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6</a:t>
            </a:fld>
            <a:endParaRPr lang="fr-FR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5" name="Image 4" descr="Une image contenant Police, texte, logo, Graphique&#10;&#10;Le contenu généré par l’IA peut être incorrect.">
            <a:extLst>
              <a:ext uri="{FF2B5EF4-FFF2-40B4-BE49-F238E27FC236}">
                <a16:creationId xmlns:a16="http://schemas.microsoft.com/office/drawing/2014/main" id="{12F0AE68-733C-593C-B754-A1922352F6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0" y="2261641"/>
            <a:ext cx="2239932" cy="536321"/>
          </a:xfrm>
          <a:prstGeom prst="rect">
            <a:avLst/>
          </a:prstGeom>
        </p:spPr>
      </p:pic>
      <p:pic>
        <p:nvPicPr>
          <p:cNvPr id="7" name="Image 6" descr="Une image contenant texte, capture d’écran, ligne, Tracé&#10;&#10;Le contenu généré par l’IA peut être incorrect.">
            <a:extLst>
              <a:ext uri="{FF2B5EF4-FFF2-40B4-BE49-F238E27FC236}">
                <a16:creationId xmlns:a16="http://schemas.microsoft.com/office/drawing/2014/main" id="{C22BB2CC-53E5-D942-6986-B5B17CC458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0" y="2797962"/>
            <a:ext cx="8205862" cy="3360722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ED43D9D4-BD4E-2484-623E-2A7552386825}"/>
              </a:ext>
            </a:extLst>
          </p:cNvPr>
          <p:cNvSpPr txBox="1"/>
          <p:nvPr/>
        </p:nvSpPr>
        <p:spPr>
          <a:xfrm>
            <a:off x="457200" y="1574800"/>
            <a:ext cx="11135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Solution for card identification and overlay</a:t>
            </a:r>
            <a:endParaRPr lang="fr-FR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9" name="Picture 4" descr="Sick Optic Electronic Logo PNG Transparent &amp; SVG Vector - Freebie Supply">
            <a:extLst>
              <a:ext uri="{FF2B5EF4-FFF2-40B4-BE49-F238E27FC236}">
                <a16:creationId xmlns:a16="http://schemas.microsoft.com/office/drawing/2014/main" id="{4A155B31-AD72-97A5-ABBA-7946CE671C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5830" y="-120787"/>
            <a:ext cx="1119142" cy="1119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8" descr="Télécom Saint-Etienne - Université Jean Monnet">
            <a:extLst>
              <a:ext uri="{FF2B5EF4-FFF2-40B4-BE49-F238E27FC236}">
                <a16:creationId xmlns:a16="http://schemas.microsoft.com/office/drawing/2014/main" id="{6651A6BC-5BC7-8AA8-0964-131C17038A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6079"/>
          <a:stretch>
            <a:fillRect/>
          </a:stretch>
        </p:blipFill>
        <p:spPr bwMode="auto">
          <a:xfrm>
            <a:off x="9870916" y="122803"/>
            <a:ext cx="1094914" cy="590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Blackjack icon. Flat sign element from table games collection. Creative ...">
            <a:extLst>
              <a:ext uri="{FF2B5EF4-FFF2-40B4-BE49-F238E27FC236}">
                <a16:creationId xmlns:a16="http://schemas.microsoft.com/office/drawing/2014/main" id="{3D0C1546-73F9-4A4D-4235-A8B25D1D83B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91" t="19810" r="15777" b="32009"/>
          <a:stretch>
            <a:fillRect/>
          </a:stretch>
        </p:blipFill>
        <p:spPr bwMode="auto">
          <a:xfrm>
            <a:off x="147789" y="5914442"/>
            <a:ext cx="1099364" cy="88381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8101628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D93AA-4CCD-DE85-0E61-C65D5A3D1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>
            <a:extLst>
              <a:ext uri="{FF2B5EF4-FFF2-40B4-BE49-F238E27FC236}">
                <a16:creationId xmlns:a16="http://schemas.microsoft.com/office/drawing/2014/main" id="{7CE23E7A-0C6E-9578-92BE-70BF2C0B03C5}"/>
              </a:ext>
            </a:extLst>
          </p:cNvPr>
          <p:cNvSpPr txBox="1"/>
          <p:nvPr/>
        </p:nvSpPr>
        <p:spPr>
          <a:xfrm>
            <a:off x="228948" y="300034"/>
            <a:ext cx="80311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solidFill>
                  <a:schemeClr val="accent6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User Interface</a:t>
            </a:r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129093F4-9E7F-7225-27C3-FAF3C7454C70}"/>
              </a:ext>
            </a:extLst>
          </p:cNvPr>
          <p:cNvCxnSpPr/>
          <p:nvPr/>
        </p:nvCxnSpPr>
        <p:spPr>
          <a:xfrm>
            <a:off x="0" y="1275952"/>
            <a:ext cx="2605548" cy="0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space réservé du numéro de diapositive 13">
            <a:extLst>
              <a:ext uri="{FF2B5EF4-FFF2-40B4-BE49-F238E27FC236}">
                <a16:creationId xmlns:a16="http://schemas.microsoft.com/office/drawing/2014/main" id="{8F4B46C9-47E4-06FB-D23D-E00268475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0B1A0-6DA5-49F1-B095-40442B52237A}" type="slidenum">
              <a:rPr lang="fr-FR" smtClean="0"/>
              <a:t>7</a:t>
            </a:fld>
            <a:endParaRPr lang="fr-FR"/>
          </a:p>
        </p:txBody>
      </p:sp>
      <p:pic>
        <p:nvPicPr>
          <p:cNvPr id="2" name="Picture 4" descr="Sick Optic Electronic Logo PNG Transparent &amp; SVG Vector - Freebie Supply">
            <a:extLst>
              <a:ext uri="{FF2B5EF4-FFF2-40B4-BE49-F238E27FC236}">
                <a16:creationId xmlns:a16="http://schemas.microsoft.com/office/drawing/2014/main" id="{C660029B-11A4-4074-6DB4-D5B27B64E3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5830" y="-120787"/>
            <a:ext cx="1119142" cy="1119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8" descr="Télécom Saint-Etienne - Université Jean Monnet">
            <a:extLst>
              <a:ext uri="{FF2B5EF4-FFF2-40B4-BE49-F238E27FC236}">
                <a16:creationId xmlns:a16="http://schemas.microsoft.com/office/drawing/2014/main" id="{25BEF1CB-1A7C-94A3-024E-B009B4C039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6079"/>
          <a:stretch>
            <a:fillRect/>
          </a:stretch>
        </p:blipFill>
        <p:spPr bwMode="auto">
          <a:xfrm>
            <a:off x="9870916" y="122803"/>
            <a:ext cx="1094914" cy="590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Blackjack icon. Flat sign element from table games collection. Creative ...">
            <a:extLst>
              <a:ext uri="{FF2B5EF4-FFF2-40B4-BE49-F238E27FC236}">
                <a16:creationId xmlns:a16="http://schemas.microsoft.com/office/drawing/2014/main" id="{7A19F200-FD4E-4B1D-4972-A49247E88E1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91" t="19810" r="15777" b="32009"/>
          <a:stretch>
            <a:fillRect/>
          </a:stretch>
        </p:blipFill>
        <p:spPr bwMode="auto">
          <a:xfrm>
            <a:off x="147789" y="5914442"/>
            <a:ext cx="1099364" cy="88381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6" name="Picture 4" descr="Sick Optic Electronic Logo PNG Transparent &amp; SVG Vector - Freebie Supply">
            <a:extLst>
              <a:ext uri="{FF2B5EF4-FFF2-40B4-BE49-F238E27FC236}">
                <a16:creationId xmlns:a16="http://schemas.microsoft.com/office/drawing/2014/main" id="{C0787829-50C6-93A9-9471-015BD559AC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7793" y="1416563"/>
            <a:ext cx="1675357" cy="1675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Python Logo, symbol, meaning, history, PNG, brand">
            <a:extLst>
              <a:ext uri="{FF2B5EF4-FFF2-40B4-BE49-F238E27FC236}">
                <a16:creationId xmlns:a16="http://schemas.microsoft.com/office/drawing/2014/main" id="{0306A1F7-EC05-4904-9712-39AF0AF754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9006" y="2679730"/>
            <a:ext cx="2664068" cy="1498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81490118-DC6A-B24A-9695-E28BCE818A14}"/>
              </a:ext>
            </a:extLst>
          </p:cNvPr>
          <p:cNvCxnSpPr>
            <a:cxnSpLocks/>
          </p:cNvCxnSpPr>
          <p:nvPr/>
        </p:nvCxnSpPr>
        <p:spPr>
          <a:xfrm>
            <a:off x="8129074" y="3423917"/>
            <a:ext cx="1227580" cy="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7A86F1B9-1473-8130-FD43-7B5AFB55FD01}"/>
              </a:ext>
            </a:extLst>
          </p:cNvPr>
          <p:cNvCxnSpPr>
            <a:cxnSpLocks/>
          </p:cNvCxnSpPr>
          <p:nvPr/>
        </p:nvCxnSpPr>
        <p:spPr>
          <a:xfrm>
            <a:off x="4267907" y="3423916"/>
            <a:ext cx="1227580" cy="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40194AD5-EBEE-C695-AFAD-7ABE4EFBD0BD}"/>
              </a:ext>
            </a:extLst>
          </p:cNvPr>
          <p:cNvSpPr txBox="1"/>
          <p:nvPr/>
        </p:nvSpPr>
        <p:spPr>
          <a:xfrm>
            <a:off x="4170497" y="2669565"/>
            <a:ext cx="15646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Get</a:t>
            </a:r>
            <a:r>
              <a:rPr lang="fr-FR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data</a:t>
            </a:r>
          </a:p>
        </p:txBody>
      </p:sp>
      <p:pic>
        <p:nvPicPr>
          <p:cNvPr id="4102" name="Picture 6" descr="LLM or large language model icon for AI website and apps 63132258 ...">
            <a:extLst>
              <a:ext uri="{FF2B5EF4-FFF2-40B4-BE49-F238E27FC236}">
                <a16:creationId xmlns:a16="http://schemas.microsoft.com/office/drawing/2014/main" id="{7E36086A-0139-5EDF-617F-2BAEBB2985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1349" y="4593589"/>
            <a:ext cx="1789691" cy="1762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SICK | Sensor Intelligence">
            <a:extLst>
              <a:ext uri="{FF2B5EF4-FFF2-40B4-BE49-F238E27FC236}">
                <a16:creationId xmlns:a16="http://schemas.microsoft.com/office/drawing/2014/main" id="{BAE32AD2-82BA-D247-B82D-660BB9680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195" y="2647357"/>
            <a:ext cx="2914230" cy="1553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388975D6-2923-4F34-1AED-8F8B0EDEA1A3}"/>
              </a:ext>
            </a:extLst>
          </p:cNvPr>
          <p:cNvSpPr txBox="1"/>
          <p:nvPr/>
        </p:nvSpPr>
        <p:spPr>
          <a:xfrm>
            <a:off x="1625983" y="4131924"/>
            <a:ext cx="988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Nova</a:t>
            </a:r>
          </a:p>
        </p:txBody>
      </p:sp>
      <p:pic>
        <p:nvPicPr>
          <p:cNvPr id="4106" name="Picture 10" descr="User interface - free icon">
            <a:extLst>
              <a:ext uri="{FF2B5EF4-FFF2-40B4-BE49-F238E27FC236}">
                <a16:creationId xmlns:a16="http://schemas.microsoft.com/office/drawing/2014/main" id="{6BCF0253-AE7A-66B2-E040-447C16E847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9849" y="2519438"/>
            <a:ext cx="1808956" cy="1808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67685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528AA-1BE3-BA55-83A5-59E5BC532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>
            <a:extLst>
              <a:ext uri="{FF2B5EF4-FFF2-40B4-BE49-F238E27FC236}">
                <a16:creationId xmlns:a16="http://schemas.microsoft.com/office/drawing/2014/main" id="{D96706B0-4BF1-52B3-B94C-3CB1D193596D}"/>
              </a:ext>
            </a:extLst>
          </p:cNvPr>
          <p:cNvSpPr txBox="1"/>
          <p:nvPr/>
        </p:nvSpPr>
        <p:spPr>
          <a:xfrm>
            <a:off x="228948" y="300034"/>
            <a:ext cx="80311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 err="1">
                <a:solidFill>
                  <a:schemeClr val="accent6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Demonstration</a:t>
            </a:r>
            <a:endParaRPr lang="fr-FR" sz="4400" dirty="0">
              <a:solidFill>
                <a:schemeClr val="accent6">
                  <a:lumMod val="50000"/>
                </a:scheme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B0265310-7D39-F9B0-0017-E7CA66C32C10}"/>
              </a:ext>
            </a:extLst>
          </p:cNvPr>
          <p:cNvCxnSpPr/>
          <p:nvPr/>
        </p:nvCxnSpPr>
        <p:spPr>
          <a:xfrm>
            <a:off x="0" y="1275952"/>
            <a:ext cx="2605548" cy="0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space réservé du numéro de diapositive 13">
            <a:extLst>
              <a:ext uri="{FF2B5EF4-FFF2-40B4-BE49-F238E27FC236}">
                <a16:creationId xmlns:a16="http://schemas.microsoft.com/office/drawing/2014/main" id="{A16D38DE-F417-07BF-909B-A0663A3B6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0B1A0-6DA5-49F1-B095-40442B52237A}" type="slidenum">
              <a:rPr lang="fr-FR" smtClean="0"/>
              <a:t>8</a:t>
            </a:fld>
            <a:endParaRPr lang="fr-FR"/>
          </a:p>
        </p:txBody>
      </p:sp>
      <p:pic>
        <p:nvPicPr>
          <p:cNvPr id="2" name="Picture 4" descr="Sick Optic Electronic Logo PNG Transparent &amp; SVG Vector - Freebie Supply">
            <a:extLst>
              <a:ext uri="{FF2B5EF4-FFF2-40B4-BE49-F238E27FC236}">
                <a16:creationId xmlns:a16="http://schemas.microsoft.com/office/drawing/2014/main" id="{1C392DA5-88CF-11C6-22B5-5A9CC64797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5830" y="-120787"/>
            <a:ext cx="1119142" cy="1119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8" descr="Télécom Saint-Etienne - Université Jean Monnet">
            <a:extLst>
              <a:ext uri="{FF2B5EF4-FFF2-40B4-BE49-F238E27FC236}">
                <a16:creationId xmlns:a16="http://schemas.microsoft.com/office/drawing/2014/main" id="{ED349C19-9D08-BFC7-6DBC-1E905611A2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6079"/>
          <a:stretch>
            <a:fillRect/>
          </a:stretch>
        </p:blipFill>
        <p:spPr bwMode="auto">
          <a:xfrm>
            <a:off x="9870916" y="122803"/>
            <a:ext cx="1094914" cy="590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Blackjack icon. Flat sign element from table games collection. Creative ...">
            <a:extLst>
              <a:ext uri="{FF2B5EF4-FFF2-40B4-BE49-F238E27FC236}">
                <a16:creationId xmlns:a16="http://schemas.microsoft.com/office/drawing/2014/main" id="{0D93928B-A252-E0D9-FEFE-7D5E9A10DA8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91" t="19810" r="15777" b="32009"/>
          <a:stretch>
            <a:fillRect/>
          </a:stretch>
        </p:blipFill>
        <p:spPr bwMode="auto">
          <a:xfrm>
            <a:off x="147789" y="5914442"/>
            <a:ext cx="1099364" cy="88381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050" name="Picture 2" descr="Classic Blackjack Blackjack Gratis Online Spielen Classic Blackjack  Simulator — Play Online Blackjack For Free">
            <a:extLst>
              <a:ext uri="{FF2B5EF4-FFF2-40B4-BE49-F238E27FC236}">
                <a16:creationId xmlns:a16="http://schemas.microsoft.com/office/drawing/2014/main" id="{583BF232-D236-7D82-0DC7-4DCE53E973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8639" y="1343121"/>
            <a:ext cx="6947703" cy="5214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ome - Lets Play Verein">
            <a:extLst>
              <a:ext uri="{FF2B5EF4-FFF2-40B4-BE49-F238E27FC236}">
                <a16:creationId xmlns:a16="http://schemas.microsoft.com/office/drawing/2014/main" id="{05D8467F-FE52-26A3-F1B9-7A154DC58D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35201" y="1785848"/>
            <a:ext cx="4479715" cy="4329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74635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34FF435-10CE-9F26-2367-083B7C3B6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>
            <a:extLst>
              <a:ext uri="{FF2B5EF4-FFF2-40B4-BE49-F238E27FC236}">
                <a16:creationId xmlns:a16="http://schemas.microsoft.com/office/drawing/2014/main" id="{4E268F43-EF91-9A2F-25E6-A5E7BC877014}"/>
              </a:ext>
            </a:extLst>
          </p:cNvPr>
          <p:cNvSpPr txBox="1"/>
          <p:nvPr/>
        </p:nvSpPr>
        <p:spPr>
          <a:xfrm>
            <a:off x="228948" y="300034"/>
            <a:ext cx="80311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 err="1">
                <a:solidFill>
                  <a:schemeClr val="accent6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BlackJack</a:t>
            </a:r>
            <a:r>
              <a:rPr lang="fr-FR" sz="4400" dirty="0">
                <a:solidFill>
                  <a:schemeClr val="accent6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fr-FR" sz="4400" dirty="0" err="1">
                <a:solidFill>
                  <a:schemeClr val="accent6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Strategy</a:t>
            </a:r>
            <a:endParaRPr lang="fr-FR" sz="4400" dirty="0">
              <a:solidFill>
                <a:schemeClr val="accent6">
                  <a:lumMod val="50000"/>
                </a:scheme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964C06F0-FA47-1763-EC8D-5F75DCDCAA65}"/>
              </a:ext>
            </a:extLst>
          </p:cNvPr>
          <p:cNvCxnSpPr/>
          <p:nvPr/>
        </p:nvCxnSpPr>
        <p:spPr>
          <a:xfrm>
            <a:off x="0" y="1275952"/>
            <a:ext cx="2605548" cy="0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space réservé du numéro de diapositive 13">
            <a:extLst>
              <a:ext uri="{FF2B5EF4-FFF2-40B4-BE49-F238E27FC236}">
                <a16:creationId xmlns:a16="http://schemas.microsoft.com/office/drawing/2014/main" id="{867AE8EA-A413-A9A3-3EFB-430CC2814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0B1A0-6DA5-49F1-B095-40442B52237A}" type="slidenum">
              <a:rPr lang="fr-FR" smtClean="0"/>
              <a:t>9</a:t>
            </a:fld>
            <a:endParaRPr lang="fr-FR"/>
          </a:p>
        </p:txBody>
      </p:sp>
      <p:pic>
        <p:nvPicPr>
          <p:cNvPr id="2" name="Picture 4" descr="Sick Optic Electronic Logo PNG Transparent &amp; SVG Vector - Freebie Supply">
            <a:extLst>
              <a:ext uri="{FF2B5EF4-FFF2-40B4-BE49-F238E27FC236}">
                <a16:creationId xmlns:a16="http://schemas.microsoft.com/office/drawing/2014/main" id="{0AADA3B5-CFFA-8FF2-5051-C8D6674B6B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5830" y="-120787"/>
            <a:ext cx="1119142" cy="1119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8" descr="Télécom Saint-Etienne - Université Jean Monnet">
            <a:extLst>
              <a:ext uri="{FF2B5EF4-FFF2-40B4-BE49-F238E27FC236}">
                <a16:creationId xmlns:a16="http://schemas.microsoft.com/office/drawing/2014/main" id="{70890489-E342-A805-5DDC-0E0A60C560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6079"/>
          <a:stretch>
            <a:fillRect/>
          </a:stretch>
        </p:blipFill>
        <p:spPr bwMode="auto">
          <a:xfrm>
            <a:off x="9870916" y="122803"/>
            <a:ext cx="1094914" cy="590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Blackjack icon. Flat sign element from table games collection. Creative ...">
            <a:extLst>
              <a:ext uri="{FF2B5EF4-FFF2-40B4-BE49-F238E27FC236}">
                <a16:creationId xmlns:a16="http://schemas.microsoft.com/office/drawing/2014/main" id="{C28A7567-CCCD-FEEC-090F-6A651521CD5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91" t="19810" r="15777" b="32009"/>
          <a:stretch>
            <a:fillRect/>
          </a:stretch>
        </p:blipFill>
        <p:spPr bwMode="auto">
          <a:xfrm>
            <a:off x="147789" y="5914442"/>
            <a:ext cx="1099364" cy="88381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26" name="Picture 2" descr="Feuille de cartes de stratégie pour le jeu Blackjack - Imprimable en  téléchargement numérique instantané - parfait pour la stratégie de base du Black  Jack une nuit au casino - jeux de">
            <a:extLst>
              <a:ext uri="{FF2B5EF4-FFF2-40B4-BE49-F238E27FC236}">
                <a16:creationId xmlns:a16="http://schemas.microsoft.com/office/drawing/2014/main" id="{5312FFA1-92B8-2B5E-65B2-32E046FC05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1985" y="0"/>
            <a:ext cx="52197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92673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5FC61-C8A5-260A-87F9-C28B8E9D7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>
            <a:extLst>
              <a:ext uri="{FF2B5EF4-FFF2-40B4-BE49-F238E27FC236}">
                <a16:creationId xmlns:a16="http://schemas.microsoft.com/office/drawing/2014/main" id="{3AB112B4-3E12-AC88-0E88-913AF8175182}"/>
              </a:ext>
            </a:extLst>
          </p:cNvPr>
          <p:cNvSpPr txBox="1"/>
          <p:nvPr/>
        </p:nvSpPr>
        <p:spPr>
          <a:xfrm>
            <a:off x="228948" y="300034"/>
            <a:ext cx="80311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 err="1">
                <a:solidFill>
                  <a:schemeClr val="accent6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Thanks</a:t>
            </a:r>
            <a:endParaRPr lang="fr-FR" sz="4400" dirty="0">
              <a:solidFill>
                <a:schemeClr val="accent6">
                  <a:lumMod val="50000"/>
                </a:scheme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83F6C1EE-7EA5-FEFD-48B5-643C6837580C}"/>
              </a:ext>
            </a:extLst>
          </p:cNvPr>
          <p:cNvCxnSpPr/>
          <p:nvPr/>
        </p:nvCxnSpPr>
        <p:spPr>
          <a:xfrm>
            <a:off x="0" y="1275952"/>
            <a:ext cx="2605548" cy="0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space réservé du numéro de diapositive 13">
            <a:extLst>
              <a:ext uri="{FF2B5EF4-FFF2-40B4-BE49-F238E27FC236}">
                <a16:creationId xmlns:a16="http://schemas.microsoft.com/office/drawing/2014/main" id="{0B03BB0A-432A-B107-F970-1C9C59C6F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0B1A0-6DA5-49F1-B095-40442B52237A}" type="slidenum">
              <a:rPr lang="fr-FR" smtClean="0"/>
              <a:t>10</a:t>
            </a:fld>
            <a:endParaRPr lang="fr-FR"/>
          </a:p>
        </p:txBody>
      </p:sp>
      <p:pic>
        <p:nvPicPr>
          <p:cNvPr id="2" name="Picture 4" descr="Sick Optic Electronic Logo PNG Transparent &amp; SVG Vector - Freebie Supply">
            <a:extLst>
              <a:ext uri="{FF2B5EF4-FFF2-40B4-BE49-F238E27FC236}">
                <a16:creationId xmlns:a16="http://schemas.microsoft.com/office/drawing/2014/main" id="{D8602EE0-B274-BF60-AA1B-48DC785A7B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5830" y="-120787"/>
            <a:ext cx="1119142" cy="1119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8" descr="Télécom Saint-Etienne - Université Jean Monnet">
            <a:extLst>
              <a:ext uri="{FF2B5EF4-FFF2-40B4-BE49-F238E27FC236}">
                <a16:creationId xmlns:a16="http://schemas.microsoft.com/office/drawing/2014/main" id="{459944A5-5285-6FE9-01B0-B76A12F631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6079"/>
          <a:stretch>
            <a:fillRect/>
          </a:stretch>
        </p:blipFill>
        <p:spPr bwMode="auto">
          <a:xfrm>
            <a:off x="9870916" y="122803"/>
            <a:ext cx="1094914" cy="590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Blackjack icon. Flat sign element from table games collection. Creative ...">
            <a:extLst>
              <a:ext uri="{FF2B5EF4-FFF2-40B4-BE49-F238E27FC236}">
                <a16:creationId xmlns:a16="http://schemas.microsoft.com/office/drawing/2014/main" id="{1ECF1F73-A096-608E-C36C-BC1CDEC1E55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91" t="19810" r="15777" b="32009"/>
          <a:stretch>
            <a:fillRect/>
          </a:stretch>
        </p:blipFill>
        <p:spPr bwMode="auto">
          <a:xfrm>
            <a:off x="147789" y="5914442"/>
            <a:ext cx="1099364" cy="88381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6" name="Image 5" descr="Une image contenant habits, personne, intérieur, Visage humain&#10;&#10;Le contenu généré par l’IA peut être incorrect.">
            <a:extLst>
              <a:ext uri="{FF2B5EF4-FFF2-40B4-BE49-F238E27FC236}">
                <a16:creationId xmlns:a16="http://schemas.microsoft.com/office/drawing/2014/main" id="{95B3030E-A461-88DC-39AE-5C8B23B98C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2239" y="1381891"/>
            <a:ext cx="4507522" cy="5476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4288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369</TotalTime>
  <Words>104</Words>
  <Application>Microsoft Office PowerPoint</Application>
  <PresentationFormat>Grand écran</PresentationFormat>
  <Paragraphs>36</Paragraphs>
  <Slides>10</Slides>
  <Notes>1</Notes>
  <HiddenSlides>1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5" baseType="lpstr">
      <vt:lpstr>ADLaM Display</vt:lpstr>
      <vt:lpstr>Aptos</vt:lpstr>
      <vt:lpstr>Aptos Display</vt:lpstr>
      <vt:lpstr>Arial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Thibaut Rival</dc:creator>
  <cp:lastModifiedBy>Thomas Huyet</cp:lastModifiedBy>
  <cp:revision>3</cp:revision>
  <dcterms:created xsi:type="dcterms:W3CDTF">2026-02-11T12:23:53Z</dcterms:created>
  <dcterms:modified xsi:type="dcterms:W3CDTF">2026-02-12T09:22:25Z</dcterms:modified>
</cp:coreProperties>
</file>